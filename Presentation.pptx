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0" r:id="rId5"/>
    <p:sldMasterId id="2147483721" r:id="rId6"/>
    <p:sldMasterId id="214748372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Lst>
  <p:sldSz cy="5143500" cx="9144000"/>
  <p:notesSz cx="6858000" cy="9144000"/>
  <p:embeddedFontLst>
    <p:embeddedFont>
      <p:font typeface="Raleway"/>
      <p:regular r:id="rId43"/>
      <p:bold r:id="rId44"/>
      <p:italic r:id="rId45"/>
      <p:boldItalic r:id="rId46"/>
    </p:embeddedFont>
    <p:embeddedFont>
      <p:font typeface="Anaheim"/>
      <p:regular r:id="rId47"/>
      <p:bold r:id="rId48"/>
    </p:embeddedFont>
    <p:embeddedFont>
      <p:font typeface="Assistant"/>
      <p:regular r:id="rId49"/>
      <p:bold r:id="rId50"/>
    </p:embeddedFont>
    <p:embeddedFont>
      <p:font typeface="Bebas Neue"/>
      <p:regular r:id="rId51"/>
    </p:embeddedFont>
    <p:embeddedFont>
      <p:font typeface="PT Sans"/>
      <p:regular r:id="rId52"/>
      <p:bold r:id="rId53"/>
      <p:italic r:id="rId54"/>
      <p:boldItalic r:id="rId55"/>
    </p:embeddedFont>
    <p:embeddedFont>
      <p:font typeface="Advent Pr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284D97-55D6-49B3-9193-9E036E3FCDCC}">
  <a:tblStyle styleId="{AD284D97-55D6-49B3-9193-9E036E3FCDC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Anaheim-bold.fntdata"/><Relationship Id="rId47" Type="http://schemas.openxmlformats.org/officeDocument/2006/relationships/font" Target="fonts/Anaheim-regular.fntdata"/><Relationship Id="rId49" Type="http://schemas.openxmlformats.org/officeDocument/2006/relationships/font" Target="fonts/Assistant-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BebasNeue-regular.fntdata"/><Relationship Id="rId50" Type="http://schemas.openxmlformats.org/officeDocument/2006/relationships/font" Target="fonts/Assistant-bold.fntdata"/><Relationship Id="rId53" Type="http://schemas.openxmlformats.org/officeDocument/2006/relationships/font" Target="fonts/PTSans-bold.fntdata"/><Relationship Id="rId52" Type="http://schemas.openxmlformats.org/officeDocument/2006/relationships/font" Target="fonts/PTSans-regular.fntdata"/><Relationship Id="rId11" Type="http://schemas.openxmlformats.org/officeDocument/2006/relationships/slide" Target="slides/slide3.xml"/><Relationship Id="rId55" Type="http://schemas.openxmlformats.org/officeDocument/2006/relationships/font" Target="fonts/PTSans-boldItalic.fntdata"/><Relationship Id="rId10" Type="http://schemas.openxmlformats.org/officeDocument/2006/relationships/slide" Target="slides/slide2.xml"/><Relationship Id="rId54" Type="http://schemas.openxmlformats.org/officeDocument/2006/relationships/font" Target="fonts/PTSans-italic.fntdata"/><Relationship Id="rId13" Type="http://schemas.openxmlformats.org/officeDocument/2006/relationships/slide" Target="slides/slide5.xml"/><Relationship Id="rId57" Type="http://schemas.openxmlformats.org/officeDocument/2006/relationships/font" Target="fonts/AdventPro-bold.fntdata"/><Relationship Id="rId12" Type="http://schemas.openxmlformats.org/officeDocument/2006/relationships/slide" Target="slides/slide4.xml"/><Relationship Id="rId56" Type="http://schemas.openxmlformats.org/officeDocument/2006/relationships/font" Target="fonts/AdventPro-regular.fntdata"/><Relationship Id="rId15" Type="http://schemas.openxmlformats.org/officeDocument/2006/relationships/slide" Target="slides/slide7.xml"/><Relationship Id="rId59" Type="http://schemas.openxmlformats.org/officeDocument/2006/relationships/font" Target="fonts/AdventPro-boldItalic.fntdata"/><Relationship Id="rId14" Type="http://schemas.openxmlformats.org/officeDocument/2006/relationships/slide" Target="slides/slide6.xml"/><Relationship Id="rId58" Type="http://schemas.openxmlformats.org/officeDocument/2006/relationships/font" Target="fonts/AdventPr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97a0ebbd44_0_8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97a0ebbd44_0_8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97a0ebbd44_0_8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97a0ebbd44_0_8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97a0ebbd44_0_8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97a0ebbd44_0_8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97a0ebbd44_0_8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97a0ebbd44_0_8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Fraud is a massive real-world problem across banking, crypto, payments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challenge isn’t just prediction—it’s </a:t>
            </a:r>
            <a:r>
              <a:rPr b="1" lang="en">
                <a:solidFill>
                  <a:schemeClr val="dk1"/>
                </a:solidFill>
              </a:rPr>
              <a:t>rare event detection</a:t>
            </a:r>
            <a:r>
              <a:rPr b="1" lang="en"/>
              <a:t> due to class imbalance</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Fraud activities act in complex, coordinated </a:t>
            </a:r>
            <a:r>
              <a:rPr b="1" lang="en">
                <a:solidFill>
                  <a:schemeClr val="dk1"/>
                </a:solidFill>
              </a:rPr>
              <a:t>patterns</a:t>
            </a:r>
            <a:r>
              <a:rPr lang="en">
                <a:solidFill>
                  <a:schemeClr val="dk1"/>
                </a:solidFill>
              </a:rPr>
              <a:t>, not isolated events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most ML models ignore this—they look at each transaction alone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That’s the core limitation we’re addressing</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97a0ebbd44_1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97a0ebbd44_1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In reality, transactions are connected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Fraud often shows up as </a:t>
            </a:r>
            <a:r>
              <a:rPr b="1" lang="en">
                <a:solidFill>
                  <a:schemeClr val="dk1"/>
                </a:solidFill>
              </a:rPr>
              <a:t>groups or chains of activity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Graphs let us model this naturally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GNNs aggregate information from neighbors → capture hidden structure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the key idea behind our approach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7a0ebbd44_0_15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7a0ebbd44_0_15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d904715fd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d904715fd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1" marL="914400" rtl="0" algn="l">
              <a:lnSpc>
                <a:spcPct val="115000"/>
              </a:lnSpc>
              <a:spcBef>
                <a:spcPts val="1200"/>
              </a:spcBef>
              <a:spcAft>
                <a:spcPts val="0"/>
              </a:spcAft>
              <a:buClr>
                <a:schemeClr val="dk1"/>
              </a:buClr>
              <a:buSzPts val="1100"/>
              <a:buChar char="○"/>
            </a:pPr>
            <a:r>
              <a:rPr lang="en">
                <a:solidFill>
                  <a:schemeClr val="dk1"/>
                </a:solidFill>
              </a:rPr>
              <a:t>Fraud detection has been studied extensively using standard ML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Work by Pozzolo highlights how </a:t>
            </a:r>
            <a:r>
              <a:rPr b="1" lang="en">
                <a:solidFill>
                  <a:schemeClr val="dk1"/>
                </a:solidFill>
              </a:rPr>
              <a:t>severe class imbalance</a:t>
            </a:r>
            <a:r>
              <a:rPr lang="en">
                <a:solidFill>
                  <a:schemeClr val="dk1"/>
                </a:solidFill>
              </a:rPr>
              <a:t> makes this problem difficult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These models treat each transaction independently</a:t>
            </a:r>
            <a:endParaRPr>
              <a:solidFill>
                <a:schemeClr val="dk1"/>
              </a:solidFill>
            </a:endParaRPr>
          </a:p>
          <a:p>
            <a:pPr indent="0" lvl="0" marL="914400" rtl="0" algn="l">
              <a:lnSpc>
                <a:spcPct val="115000"/>
              </a:lnSpc>
              <a:spcBef>
                <a:spcPts val="1200"/>
              </a:spcBef>
              <a:spcAft>
                <a:spcPts val="0"/>
              </a:spcAft>
              <a:buNone/>
            </a:pPr>
            <a:r>
              <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lang="en">
                <a:solidFill>
                  <a:schemeClr val="dk1"/>
                </a:solidFill>
              </a:rPr>
              <a:t>More recent work introduces graph-based learning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Kipf &amp; Welling → GCN (neighborhood aggregation)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Veličković → GAT (attention over neighbors) niebors assigned wieghts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Hamilton → GraphSAGE (scalable, inductive learning) - focuses on fixed number of nieghbors then genralizes to unseen nodes. Aggregates nodes.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These methods show strong results, especially in financial networks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298450" lvl="1" marL="914400" rtl="0" algn="l">
              <a:lnSpc>
                <a:spcPct val="115000"/>
              </a:lnSpc>
              <a:spcBef>
                <a:spcPts val="1200"/>
              </a:spcBef>
              <a:spcAft>
                <a:spcPts val="0"/>
              </a:spcAft>
              <a:buClr>
                <a:schemeClr val="dk1"/>
              </a:buClr>
              <a:buSzPts val="1100"/>
              <a:buChar char="○"/>
            </a:pPr>
            <a:r>
              <a:rPr lang="en">
                <a:solidFill>
                  <a:schemeClr val="dk1"/>
                </a:solidFill>
              </a:rPr>
              <a:t>But prior work is often </a:t>
            </a:r>
            <a:r>
              <a:rPr b="1" lang="en">
                <a:solidFill>
                  <a:schemeClr val="dk1"/>
                </a:solidFill>
              </a:rPr>
              <a:t>limited to one dataset</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And lacks consistent comparison to classical models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So it’s still unclear </a:t>
            </a:r>
            <a:r>
              <a:rPr b="1" lang="en">
                <a:solidFill>
                  <a:schemeClr val="dk1"/>
                </a:solidFill>
              </a:rPr>
              <a:t>when GNNs actually add benefit</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97a0ebbd44_0_15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97a0ebbd44_0_15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904715fd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d904715fd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Paysim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PaySim is a simulated dataset, not real financial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mimics mobile money systems like digital wallets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is commonly used in academic fraud detection work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Because it is synthetic, patterns are partially controlled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makes it useful for testing model robustness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Again, we will later explain how we model it structurally</a:t>
            </a:r>
            <a:endParaRPr>
              <a:solidFill>
                <a:schemeClr val="dk1"/>
              </a:solidFill>
            </a:endParaRPr>
          </a:p>
          <a:p>
            <a:pPr indent="0" lvl="0" marL="0" rtl="0" algn="l">
              <a:lnSpc>
                <a:spcPct val="115000"/>
              </a:lnSpc>
              <a:spcBef>
                <a:spcPts val="1400"/>
              </a:spcBef>
              <a:spcAft>
                <a:spcPts val="0"/>
              </a:spcAft>
              <a:buNone/>
            </a:pPr>
            <a:r>
              <a:rPr lang="en">
                <a:solidFill>
                  <a:schemeClr val="dk1"/>
                </a:solidFill>
              </a:rPr>
              <a:t>Elliptic</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is a real blockchain-based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data point corresponds to a Bitcoin transaction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includes labels indicating whether a transaction is illicit or not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is widely used in financial fraud research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Key point: it reflects real-world financial behavior at scale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will later explain how we model it as a graph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IEEE-CIS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is a widely used industry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row is a transaction with many engineered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does not come with any explicit relational structure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is extremely imbalanced, which makes fraud detection hard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serves as a strong real-world tabular benchmark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Later, we show how we extend it into a graph setting</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97a0ebbd44_0_15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97a0ebbd44_0_15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move on to Methodology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d904715fd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d904715fd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We formulate fraud detection as a node classification problem on a graph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transaction is represented as a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model’s task is to predict whether each node corresponds to a fraudulent or legitimate transaction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Instead of treating transactions independently like in traditional ML, we embed them in a graph structure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Nodes carry feature information describing the transaction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idea is that edges allow us to model dependencies between transactions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is to learn representations that combine: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intrinsic features of each transaction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and the structural relationships captured by the graph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formulation enables Graph Neural Networks to leverage both sources of information simultaneously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97a0ebbd44_0_15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97a0ebbd44_0_15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Speaker notes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slide explains how we construct graphs for each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Elliptic, the graph is already given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represents real Bitcoin transaction flows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so edges correspond to actual transfers between transactions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IEEE-CIS, there is no inherent graph structure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so we construct edges using shared identity signals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including card details, device information, and email or identity overlaps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this introduces some noise but captures potential relational structure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PaySim, we build a synthetic transaction graph</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edges are formed based on sender–receiver relationships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and also temporal proximity between transactions (We connect transactions that occur  close in time, fraud happens in bursts)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reflecting typical mobile money behavior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takeaway is that each dataset provides a different level of structural richness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variation is important for evaluating how robust graph-based models are across different settings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97a0ebbd44_0_15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97a0ebbd44_0_15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Logistic Regression: Linear decision boundary, trained with weighted BCE loss to handle class imbalance.</a:t>
            </a:r>
            <a:endParaRPr/>
          </a:p>
          <a:p>
            <a:pPr indent="0" lvl="0" marL="0" rtl="0" algn="l">
              <a:spcBef>
                <a:spcPts val="0"/>
              </a:spcBef>
              <a:spcAft>
                <a:spcPts val="0"/>
              </a:spcAft>
              <a:buNone/>
            </a:pPr>
            <a:r>
              <a:rPr lang="en"/>
              <a:t>MLP: Multi-layer perceptron with batch normalization and dropout (0.3) to capture non-linear relationships in tabular features.</a:t>
            </a:r>
            <a:endParaRPr/>
          </a:p>
          <a:p>
            <a:pPr indent="0" lvl="0" marL="0" rtl="0" algn="l">
              <a:spcBef>
                <a:spcPts val="0"/>
              </a:spcBef>
              <a:spcAft>
                <a:spcPts val="0"/>
              </a:spcAft>
              <a:buNone/>
            </a:pPr>
            <a:r>
              <a:rPr lang="en"/>
              <a:t>Random Forest (XGBoost): Histogram-based ensemble method robust to unscaled features and imbalanced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start with three standard tabular baselines: a linear model, a neural network, and a tree-based ensemble. While these achieve strong AUC-ROC scores, their fraud-class F1 scores plateau around 0.39–0.49 across datasets. More importantly, they exhibit a precision-recall tradeoff: high recall but low precision (many false alarms) or vice versa. This ceiling suggests that tabular features are insufficient. Fraud is fundamentally a network phenomenon—it involves relationships, temporal sequences, and graph patterns that tabular models cannot exploit. This motivates our move to Graph Neural Networks, which embed nodes in their transactional context.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97a0ebbd44_0_15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97a0ebbd44_0_15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2-layer GNN stack:</a:t>
            </a:r>
            <a:endParaRPr/>
          </a:p>
          <a:p>
            <a:pPr indent="0" lvl="0" marL="0" rtl="0" algn="l">
              <a:spcBef>
                <a:spcPts val="0"/>
              </a:spcBef>
              <a:spcAft>
                <a:spcPts val="0"/>
              </a:spcAft>
              <a:buNone/>
            </a:pPr>
            <a:r>
              <a:rPr lang="en"/>
              <a:t>Layer 1: </a:t>
            </a:r>
            <a:endParaRPr/>
          </a:p>
          <a:p>
            <a:pPr indent="0" lvl="0" marL="0" rtl="0" algn="l">
              <a:spcBef>
                <a:spcPts val="0"/>
              </a:spcBef>
              <a:spcAft>
                <a:spcPts val="0"/>
              </a:spcAft>
              <a:buNone/>
            </a:pPr>
            <a:r>
              <a:rPr lang="en"/>
              <a:t>F features →H hidden dimensions</a:t>
            </a:r>
            <a:endParaRPr/>
          </a:p>
          <a:p>
            <a:pPr indent="0" lvl="0" marL="0" rtl="0" algn="l">
              <a:spcBef>
                <a:spcPts val="0"/>
              </a:spcBef>
              <a:spcAft>
                <a:spcPts val="0"/>
              </a:spcAft>
              <a:buNone/>
            </a:pPr>
            <a:r>
              <a:rPr lang="en"/>
              <a:t>Layer 2: </a:t>
            </a:r>
            <a:endParaRPr/>
          </a:p>
          <a:p>
            <a:pPr indent="0" lvl="0" marL="0" rtl="0" algn="l">
              <a:spcBef>
                <a:spcPts val="0"/>
              </a:spcBef>
              <a:spcAft>
                <a:spcPts val="0"/>
              </a:spcAft>
              <a:buNone/>
            </a:pPr>
            <a:r>
              <a:rPr lang="en"/>
              <a:t>H hidden → 1 logit per node</a:t>
            </a:r>
            <a:endParaRPr/>
          </a:p>
          <a:p>
            <a:pPr indent="0" lvl="0" marL="0" rtl="0" algn="l">
              <a:spcBef>
                <a:spcPts val="0"/>
              </a:spcBef>
              <a:spcAft>
                <a:spcPts val="0"/>
              </a:spcAft>
              <a:buNone/>
            </a:pPr>
            <a:r>
              <a:rPr lang="en"/>
              <a:t>Training: logit-based loss (BCEWithLogitsLoss / Focal Loss) + class weighting</a:t>
            </a:r>
            <a:endParaRPr/>
          </a:p>
          <a:p>
            <a:pPr indent="0" lvl="0" marL="0" rtl="0" algn="l">
              <a:spcBef>
                <a:spcPts val="0"/>
              </a:spcBef>
              <a:spcAft>
                <a:spcPts val="0"/>
              </a:spcAft>
              <a:buNone/>
            </a:pPr>
            <a:r>
              <a:rPr lang="en"/>
              <a:t>Inference: sigmoid + tuned threshold</a:t>
            </a:r>
            <a:endParaRPr/>
          </a:p>
          <a:p>
            <a:pPr indent="0" lvl="0" marL="0" rtl="0" algn="l">
              <a:spcBef>
                <a:spcPts val="0"/>
              </a:spcBef>
              <a:spcAft>
                <a:spcPts val="0"/>
              </a:spcAft>
              <a:buNone/>
            </a:pPr>
            <a:r>
              <a:rPr lang="en"/>
              <a:t>Comparison knob: all three models differ only in how neighborhoods are aggregated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GCN - think of it as averaging your neighbors' signals with a fixed recipe</a:t>
            </a:r>
            <a:endParaRPr/>
          </a:p>
          <a:p>
            <a:pPr indent="0" lvl="0" marL="0" rtl="0" algn="l">
              <a:spcBef>
                <a:spcPts val="0"/>
              </a:spcBef>
              <a:spcAft>
                <a:spcPts val="0"/>
              </a:spcAft>
              <a:buNone/>
            </a:pPr>
            <a:r>
              <a:rPr lang="en"/>
              <a:t>GraphSAGE - I pick K random neighbors, aggregate them flexibly, combine with myself</a:t>
            </a:r>
            <a:endParaRPr/>
          </a:p>
          <a:p>
            <a:pPr indent="0" lvl="0" marL="0" rtl="0" algn="l">
              <a:spcBef>
                <a:spcPts val="0"/>
              </a:spcBef>
              <a:spcAft>
                <a:spcPts val="0"/>
              </a:spcAft>
              <a:buNone/>
            </a:pPr>
            <a:r>
              <a:rPr lang="en"/>
              <a:t>GAT - I learn to pay more attention to neighbors that matter most</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97a0ebbd44_0_15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97a0ebbd44_0_15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97a0ebbd44_0_15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97a0ebbd44_0_15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For consistency, we apply standardized splitting strategies</a:t>
            </a:r>
            <a:endParaRPr/>
          </a:p>
          <a:p>
            <a:pPr indent="-298450" lvl="0" marL="457200" rtl="0" algn="l">
              <a:lnSpc>
                <a:spcPct val="115000"/>
              </a:lnSpc>
              <a:spcBef>
                <a:spcPts val="0"/>
              </a:spcBef>
              <a:spcAft>
                <a:spcPts val="0"/>
              </a:spcAft>
              <a:buClr>
                <a:schemeClr val="dk1"/>
              </a:buClr>
              <a:buSzPts val="1100"/>
              <a:buChar char="●"/>
            </a:pPr>
            <a:r>
              <a:rPr lang="en"/>
              <a:t>Elliptic and PaySim are split into training, validation, and test sets using a 60/20/20 ratio</a:t>
            </a:r>
            <a:endParaRPr/>
          </a:p>
          <a:p>
            <a:pPr indent="-298450" lvl="0" marL="457200" rtl="0" algn="l">
              <a:lnSpc>
                <a:spcPct val="115000"/>
              </a:lnSpc>
              <a:spcBef>
                <a:spcPts val="0"/>
              </a:spcBef>
              <a:spcAft>
                <a:spcPts val="0"/>
              </a:spcAft>
              <a:buClr>
                <a:schemeClr val="dk1"/>
              </a:buClr>
              <a:buSzPts val="1100"/>
              <a:buChar char="●"/>
            </a:pPr>
            <a:r>
              <a:rPr lang="en"/>
              <a:t>IEEE-CIS provides a predefined split from the competition, so we further separate a 20% validation set from training data</a:t>
            </a:r>
            <a:endParaRPr/>
          </a:p>
          <a:p>
            <a:pPr indent="-298450" lvl="0" marL="457200" rtl="0" algn="l">
              <a:lnSpc>
                <a:spcPct val="115000"/>
              </a:lnSpc>
              <a:spcBef>
                <a:spcPts val="0"/>
              </a:spcBef>
              <a:spcAft>
                <a:spcPts val="0"/>
              </a:spcAft>
              <a:buClr>
                <a:schemeClr val="dk1"/>
              </a:buClr>
              <a:buSzPts val="1100"/>
              <a:buChar char="●"/>
            </a:pPr>
            <a:r>
              <a:rPr lang="en"/>
              <a:t>We ensure stratified sampling so the severe fraud imbalance is preserved in all splits</a:t>
            </a:r>
            <a:endParaRPr/>
          </a:p>
          <a:p>
            <a:pPr indent="-298450" lvl="0" marL="457200" rtl="0" algn="l">
              <a:lnSpc>
                <a:spcPct val="115000"/>
              </a:lnSpc>
              <a:spcBef>
                <a:spcPts val="0"/>
              </a:spcBef>
              <a:spcAft>
                <a:spcPts val="0"/>
              </a:spcAft>
              <a:buClr>
                <a:schemeClr val="dk1"/>
              </a:buClr>
              <a:buSzPts val="1100"/>
              <a:buChar char="●"/>
            </a:pPr>
            <a:r>
              <a:t/>
            </a:r>
            <a:endParaRPr/>
          </a:p>
          <a:p>
            <a:pPr indent="-298450" lvl="0" marL="457200" rtl="0" algn="l">
              <a:lnSpc>
                <a:spcPct val="115000"/>
              </a:lnSpc>
              <a:spcBef>
                <a:spcPts val="0"/>
              </a:spcBef>
              <a:spcAft>
                <a:spcPts val="0"/>
              </a:spcAft>
              <a:buClr>
                <a:schemeClr val="dk1"/>
              </a:buClr>
              <a:buSzPts val="1100"/>
              <a:buChar char="●"/>
            </a:pPr>
            <a:r>
              <a:rPr lang="en"/>
              <a:t>In preprocessing, missing feature values are replaced with zeros</a:t>
            </a:r>
            <a:endParaRPr/>
          </a:p>
          <a:p>
            <a:pPr indent="-298450" lvl="0" marL="457200" rtl="0" algn="l">
              <a:lnSpc>
                <a:spcPct val="115000"/>
              </a:lnSpc>
              <a:spcBef>
                <a:spcPts val="0"/>
              </a:spcBef>
              <a:spcAft>
                <a:spcPts val="0"/>
              </a:spcAft>
              <a:buClr>
                <a:schemeClr val="dk1"/>
              </a:buClr>
              <a:buSzPts val="1100"/>
              <a:buChar char="●"/>
            </a:pPr>
            <a:r>
              <a:rPr lang="en"/>
              <a:t>We also standardize all features to stabilize training across models</a:t>
            </a:r>
            <a:endParaRPr/>
          </a:p>
          <a:p>
            <a:pPr indent="-298450" lvl="0" marL="457200" rtl="0" algn="l">
              <a:lnSpc>
                <a:spcPct val="115000"/>
              </a:lnSpc>
              <a:spcBef>
                <a:spcPts val="0"/>
              </a:spcBef>
              <a:spcAft>
                <a:spcPts val="0"/>
              </a:spcAft>
              <a:buClr>
                <a:schemeClr val="dk1"/>
              </a:buClr>
              <a:buSzPts val="1100"/>
              <a:buChar char="●"/>
            </a:pPr>
            <a:r>
              <a:rPr lang="en"/>
              <a:t>We remove any transactions with missing or unknown identifiers</a:t>
            </a:r>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97a0ebbd44_0_15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97a0ebbd44_0_15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Since fraud detection is highly imbalanced, accuracy is not meaningful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 model can achieve high accuracy by always predicting non-fraud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Instead, we focus on metrics that reflect minority class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F1-score is our primary metric because it balances precision and recall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Precision and recall are also reported individually for interpretability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AUC-ROC measures overall separability between classes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Together, these metrics provide a complete evaluation of both classification and ranking quality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97a0ebbd44_0_15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97a0ebbd44_0_15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For Elliptic and PaySim, we use </a:t>
            </a:r>
            <a:r>
              <a:rPr b="1" lang="en">
                <a:solidFill>
                  <a:schemeClr val="dk1"/>
                </a:solidFill>
              </a:rPr>
              <a:t>full-batch training</a:t>
            </a:r>
            <a:r>
              <a:rPr lang="en">
                <a:solidFill>
                  <a:schemeClr val="dk1"/>
                </a:solidFill>
              </a:rPr>
              <a:t> for stable optimization.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IEEE-CIS, we use </a:t>
            </a:r>
            <a:r>
              <a:rPr b="1" lang="en">
                <a:solidFill>
                  <a:schemeClr val="dk1"/>
                </a:solidFill>
              </a:rPr>
              <a:t>mini-batch training with NeighborLoader</a:t>
            </a:r>
            <a:r>
              <a:rPr lang="en">
                <a:solidFill>
                  <a:schemeClr val="dk1"/>
                </a:solidFill>
              </a:rPr>
              <a:t> due to scale.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also use </a:t>
            </a:r>
            <a:r>
              <a:rPr b="1" lang="en">
                <a:solidFill>
                  <a:schemeClr val="dk1"/>
                </a:solidFill>
              </a:rPr>
              <a:t>ImbalancedSampler</a:t>
            </a:r>
            <a:r>
              <a:rPr lang="en">
                <a:solidFill>
                  <a:schemeClr val="dk1"/>
                </a:solidFill>
              </a:rPr>
              <a:t> to address class imbalance in batches.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Hyperparameters are tuned via </a:t>
            </a:r>
            <a:r>
              <a:rPr b="1" lang="en">
                <a:solidFill>
                  <a:schemeClr val="dk1"/>
                </a:solidFill>
              </a:rPr>
              <a:t>grid search</a:t>
            </a:r>
            <a:r>
              <a:rPr lang="en">
                <a:solidFill>
                  <a:schemeClr val="dk1"/>
                </a:solidFill>
              </a:rPr>
              <a:t>, selecting models based on validation F1-score.</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All GNNs use a </a:t>
            </a:r>
            <a:r>
              <a:rPr b="1" lang="en">
                <a:solidFill>
                  <a:schemeClr val="dk1"/>
                </a:solidFill>
              </a:rPr>
              <a:t>2-layer GraphSAGE architecture</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test hidden sizes of </a:t>
            </a:r>
            <a:r>
              <a:rPr b="1" lang="en">
                <a:solidFill>
                  <a:schemeClr val="dk1"/>
                </a:solidFill>
              </a:rPr>
              <a:t>64, 128, and 256</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Dropout and weight decay are used for regularization.</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Full-batch: </a:t>
            </a:r>
            <a:r>
              <a:rPr b="1" lang="en">
                <a:solidFill>
                  <a:schemeClr val="dk1"/>
                </a:solidFill>
              </a:rPr>
              <a:t>weighted BCE loss</a:t>
            </a:r>
            <a:r>
              <a:rPr lang="en">
                <a:solidFill>
                  <a:schemeClr val="dk1"/>
                </a:solidFill>
              </a:rPr>
              <a:t> to handle class imbalance.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Mini-batch: </a:t>
            </a:r>
            <a:r>
              <a:rPr b="1" lang="en">
                <a:solidFill>
                  <a:schemeClr val="dk1"/>
                </a:solidFill>
              </a:rPr>
              <a:t>Focal Loss</a:t>
            </a:r>
            <a:r>
              <a:rPr lang="en">
                <a:solidFill>
                  <a:schemeClr val="dk1"/>
                </a:solidFill>
              </a:rPr>
              <a:t> to focus on hard fraud examples.</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Threshold is </a:t>
            </a:r>
            <a:r>
              <a:rPr b="1" lang="en">
                <a:solidFill>
                  <a:schemeClr val="dk1"/>
                </a:solidFill>
              </a:rPr>
              <a:t>tuned per dataset and model</a:t>
            </a:r>
            <a:r>
              <a:rPr lang="en">
                <a:solidFill>
                  <a:schemeClr val="dk1"/>
                </a:solidFill>
              </a:rPr>
              <a:t> on validation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do not use the default 0.5 cutoff due to class imbalance.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97a0ebbd44_0_15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97a0ebbd44_0_15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97a0ebbd44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97a0ebbd44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Baselines perform </a:t>
            </a:r>
            <a:r>
              <a:rPr b="1" lang="en">
                <a:solidFill>
                  <a:schemeClr val="dk1"/>
                </a:solidFill>
              </a:rPr>
              <a:t>surprisingly strong overall</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Random Forest: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Near-perfect AUC → excellent ranking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weaker F1 due to imbalance between precision and recall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MLP: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Best F1 (~0.61)</a:t>
            </a:r>
            <a:r>
              <a:rPr lang="en">
                <a:solidFill>
                  <a:schemeClr val="dk1"/>
                </a:solidFill>
              </a:rPr>
              <a:t> → strongest overall baseline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Logistic Regression: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Very high precision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low recall → misses many fraud cases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97a0ebbd44_1_2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97a0ebbd44_1_2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GNN performance is </a:t>
            </a:r>
            <a:r>
              <a:rPr b="1" lang="en">
                <a:solidFill>
                  <a:schemeClr val="dk1"/>
                </a:solidFill>
              </a:rPr>
              <a:t>mixed on this dataset</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Full-batch GraphSAGE: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Best GNN (F1 ~0.51)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Close to baselines, but not clearly better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Mini-batch models: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Very high recall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extremely low precision → hurts F1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Takeaway: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Graph structure here is </a:t>
            </a:r>
            <a:r>
              <a:rPr b="1" lang="en">
                <a:solidFill>
                  <a:schemeClr val="dk1"/>
                </a:solidFill>
              </a:rPr>
              <a:t>not very informative</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97a0ebbd44_1_2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97a0ebbd44_1_2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Random Forest dominates → best ranking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GraphSAGE (mini-batch):</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Very strong AUC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Key insight: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High AUC doesn’t necessarily translate to strong fraud classification</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Overall: GNNs are competitive, but no clear advantage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97a0ebbd44_1_2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97a0ebbd44_1_2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Baselines are </a:t>
            </a:r>
            <a:r>
              <a:rPr b="1" lang="en">
                <a:solidFill>
                  <a:schemeClr val="dk1"/>
                </a:solidFill>
              </a:rPr>
              <a:t>much weaker here</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Best F1 ≈ 0.49 (Random Forest)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Logistic Regression: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Low precision, limited usefulness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MLP: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Slight improvement, but still constrained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Takeaway: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Tabular models struggle without </a:t>
            </a:r>
            <a:r>
              <a:rPr b="1" lang="en">
                <a:solidFill>
                  <a:schemeClr val="dk1"/>
                </a:solidFill>
              </a:rPr>
              <a:t>relational structure</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97a0ebbd44_1_2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97a0ebbd44_1_2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Huge improvement across all models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GraphSAGE (full-batch):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Best overall (F1 ~0.87)</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Strong precision and recall balance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GCN and GAT: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Also perform very well (~0.80+ F1)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Mini-batch: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Higher recall, lower precision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Takeaway: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Graph structure is </a:t>
            </a:r>
            <a:r>
              <a:rPr b="1" lang="en">
                <a:solidFill>
                  <a:schemeClr val="dk1"/>
                </a:solidFill>
              </a:rPr>
              <a:t>extremely informative</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97a0ebbd44_1_2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97a0ebbd44_1_2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GNN curves clearly dominate baselines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AUC ~0.97–0.98 → excellent separability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Baselines significantly lower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Interpretation: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Strong relational signal drives performance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a:t>
            </a:r>
            <a:r>
              <a:rPr b="1" lang="en">
                <a:solidFill>
                  <a:schemeClr val="dk1"/>
                </a:solidFill>
              </a:rPr>
              <a:t>clearest validation of GNNs</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97a0ebbd44_1_2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97a0ebbd44_1_2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t>Moderate baseline performance</a:t>
            </a:r>
            <a:endParaRPr/>
          </a:p>
          <a:p>
            <a:pPr indent="-298450" lvl="0" marL="457200" rtl="0" algn="l">
              <a:lnSpc>
                <a:spcPct val="115000"/>
              </a:lnSpc>
              <a:spcBef>
                <a:spcPts val="0"/>
              </a:spcBef>
              <a:spcAft>
                <a:spcPts val="0"/>
              </a:spcAft>
              <a:buClr>
                <a:schemeClr val="dk1"/>
              </a:buClr>
              <a:buSzPts val="1100"/>
              <a:buChar char="●"/>
            </a:pPr>
            <a:r>
              <a:rPr lang="en"/>
              <a:t>Random Forest:</a:t>
            </a:r>
            <a:endParaRPr/>
          </a:p>
          <a:p>
            <a:pPr indent="-298450" lvl="1" marL="914400" rtl="0" algn="l">
              <a:lnSpc>
                <a:spcPct val="115000"/>
              </a:lnSpc>
              <a:spcBef>
                <a:spcPts val="0"/>
              </a:spcBef>
              <a:spcAft>
                <a:spcPts val="0"/>
              </a:spcAft>
              <a:buClr>
                <a:schemeClr val="dk1"/>
              </a:buClr>
              <a:buSzPts val="1100"/>
              <a:buChar char="○"/>
            </a:pPr>
            <a:r>
              <a:rPr lang="en"/>
              <a:t>Best F1 (~0.41)</a:t>
            </a:r>
            <a:endParaRPr/>
          </a:p>
          <a:p>
            <a:pPr indent="-298450" lvl="0" marL="457200" rtl="0" algn="l">
              <a:lnSpc>
                <a:spcPct val="115000"/>
              </a:lnSpc>
              <a:spcBef>
                <a:spcPts val="0"/>
              </a:spcBef>
              <a:spcAft>
                <a:spcPts val="0"/>
              </a:spcAft>
              <a:buClr>
                <a:schemeClr val="dk1"/>
              </a:buClr>
              <a:buSzPts val="1100"/>
              <a:buChar char="●"/>
            </a:pPr>
            <a:r>
              <a:rPr lang="en"/>
              <a:t>MLP:</a:t>
            </a:r>
            <a:endParaRPr/>
          </a:p>
          <a:p>
            <a:pPr indent="-298450" lvl="1" marL="914400" rtl="0" algn="l">
              <a:lnSpc>
                <a:spcPct val="115000"/>
              </a:lnSpc>
              <a:spcBef>
                <a:spcPts val="0"/>
              </a:spcBef>
              <a:spcAft>
                <a:spcPts val="0"/>
              </a:spcAft>
              <a:buClr>
                <a:schemeClr val="dk1"/>
              </a:buClr>
              <a:buSzPts val="1100"/>
              <a:buChar char="○"/>
            </a:pPr>
            <a:r>
              <a:rPr lang="en"/>
              <a:t>Close behind</a:t>
            </a:r>
            <a:endParaRPr/>
          </a:p>
          <a:p>
            <a:pPr indent="-298450" lvl="0" marL="457200" rtl="0" algn="l">
              <a:lnSpc>
                <a:spcPct val="115000"/>
              </a:lnSpc>
              <a:spcBef>
                <a:spcPts val="0"/>
              </a:spcBef>
              <a:spcAft>
                <a:spcPts val="0"/>
              </a:spcAft>
              <a:buClr>
                <a:schemeClr val="dk1"/>
              </a:buClr>
              <a:buSzPts val="1100"/>
              <a:buChar char="●"/>
            </a:pPr>
            <a:r>
              <a:rPr lang="en"/>
              <a:t>Logistic Regression:</a:t>
            </a:r>
            <a:endParaRPr/>
          </a:p>
          <a:p>
            <a:pPr indent="-298450" lvl="1" marL="914400" rtl="0" algn="l">
              <a:lnSpc>
                <a:spcPct val="115000"/>
              </a:lnSpc>
              <a:spcBef>
                <a:spcPts val="0"/>
              </a:spcBef>
              <a:spcAft>
                <a:spcPts val="0"/>
              </a:spcAft>
              <a:buClr>
                <a:schemeClr val="dk1"/>
              </a:buClr>
              <a:buSzPts val="1100"/>
              <a:buChar char="○"/>
            </a:pPr>
            <a:r>
              <a:rPr lang="en"/>
              <a:t>Weakest</a:t>
            </a:r>
            <a:endParaRPr/>
          </a:p>
          <a:p>
            <a:pPr indent="-298450" lvl="0" marL="457200" rtl="0" algn="l">
              <a:lnSpc>
                <a:spcPct val="115000"/>
              </a:lnSpc>
              <a:spcBef>
                <a:spcPts val="0"/>
              </a:spcBef>
              <a:spcAft>
                <a:spcPts val="0"/>
              </a:spcAft>
              <a:buClr>
                <a:schemeClr val="dk1"/>
              </a:buClr>
              <a:buSzPts val="1100"/>
              <a:buChar char="●"/>
            </a:pPr>
            <a:r>
              <a:rPr lang="en"/>
              <a:t>Takeaway:</a:t>
            </a:r>
            <a:endParaRPr/>
          </a:p>
          <a:p>
            <a:pPr indent="-298450" lvl="1" marL="914400" rtl="0" algn="l">
              <a:lnSpc>
                <a:spcPct val="115000"/>
              </a:lnSpc>
              <a:spcBef>
                <a:spcPts val="0"/>
              </a:spcBef>
              <a:spcAft>
                <a:spcPts val="0"/>
              </a:spcAft>
              <a:buClr>
                <a:schemeClr val="dk1"/>
              </a:buClr>
              <a:buSzPts val="1100"/>
              <a:buChar char="○"/>
            </a:pPr>
            <a:r>
              <a:rPr lang="en"/>
              <a:t>Some predictive signal exists, but limited </a:t>
            </a:r>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97a0ebbd44_0_15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97a0ebbd44_0_15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GraphSAGE (full-batch):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Best overall (F1 ~0.56)</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Clear improvement over baselines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Moderate gains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GCN: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Less stable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Mini-batch: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Very high recall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low precision → tradeoff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Takeaway: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Graph helps, but gains are </a:t>
            </a:r>
            <a:r>
              <a:rPr b="1" lang="en">
                <a:solidFill>
                  <a:schemeClr val="dk1"/>
                </a:solidFill>
              </a:rPr>
              <a:t>more modest</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97a0ebbd44_1_2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397a0ebbd44_1_2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GraphSAGE achieves highest AUC → best ranking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GNNs outperform baselines overall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Gap smaller than Elliptic</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Mini-batch: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More variability due to sampling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Interpretation: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Graph signal exists, but is </a:t>
            </a:r>
            <a:r>
              <a:rPr b="1" lang="en">
                <a:solidFill>
                  <a:schemeClr val="dk1"/>
                </a:solidFill>
              </a:rPr>
              <a:t>weaker and noisier</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d904715fd1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d904715fd1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Across Elliptic and IEEE-CIS, GNNs consistently outperform classical models in key fraud metrics mainly f1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GraphSAGE trained with the full </a:t>
            </a:r>
            <a:r>
              <a:rPr lang="en">
                <a:solidFill>
                  <a:schemeClr val="dk1"/>
                </a:solidFill>
              </a:rPr>
              <a:t>dataset</a:t>
            </a:r>
            <a:r>
              <a:rPr lang="en">
                <a:solidFill>
                  <a:schemeClr val="dk1"/>
                </a:solidFill>
              </a:rPr>
              <a:t> stands out as the most consistent and best performing mode</a:t>
            </a:r>
            <a:r>
              <a:rPr lang="en">
                <a:solidFill>
                  <a:schemeClr val="dk1"/>
                </a:solidFill>
              </a:rPr>
              <a:t>l due to its robustness against the imbalanced data and noisy graphs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Dataset behavior is very different across the board: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Elliptic → strongest and most consistent gains due to real transaction graph</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IEEE-CIS → moderate improvements, but depends heavily on how the graph is built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PaySim → weaker gains, classical models still competitive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Main takeaway:</a:t>
            </a:r>
            <a:br>
              <a:rPr lang="en">
                <a:solidFill>
                  <a:schemeClr val="dk1"/>
                </a:solidFill>
              </a:rPr>
            </a:br>
            <a:r>
              <a:rPr lang="en">
                <a:solidFill>
                  <a:schemeClr val="dk1"/>
                </a:solidFill>
              </a:rPr>
              <a:t> → GNNs are effective, but only when the underlying graph structure is meaningful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Mini-batch makes the training more efficient, but the </a:t>
            </a:r>
            <a:r>
              <a:rPr lang="en">
                <a:solidFill>
                  <a:schemeClr val="dk1"/>
                </a:solidFill>
              </a:rPr>
              <a:t>imbalanced sampling methods we used cause each update to only see partial views of the graph, and the model becomes more sensitive to local patterns of fraud, predicting fraud more aggressively leading to higher recall and lower precision</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Mini-batch training is mainly used for scalability on large graphs like IEEE-CIS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Instead of processing the full graph, it samples subgraphs during training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makes training much more efficient, but it also means: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Each update sees only a partial view of the graph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 important neighborhood relationships are missing or underrepresented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As a result, message passing becomes noisier and less globally consistent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affects classification behavior: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model becomes more sensitive to local patterns of fraud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tends to predict fraud more aggressively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explains the observed trade-off:</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Higher recall</a:t>
            </a:r>
            <a:r>
              <a:rPr lang="en">
                <a:solidFill>
                  <a:schemeClr val="dk1"/>
                </a:solidFill>
              </a:rPr>
              <a:t> (catches more fraud cases)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Lower precision</a:t>
            </a:r>
            <a:r>
              <a:rPr lang="en">
                <a:solidFill>
                  <a:schemeClr val="dk1"/>
                </a:solidFill>
              </a:rPr>
              <a:t> (more false positives)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97a0ebbd44_0_15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97a0ebbd44_0_15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97a0ebbd44_0_15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97a0ebbd44_0_15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Elliptic gives the strongest performance boost because it is a </a:t>
            </a:r>
            <a:r>
              <a:rPr b="1" lang="en">
                <a:solidFill>
                  <a:schemeClr val="dk1"/>
                </a:solidFill>
              </a:rPr>
              <a:t>true transaction graph</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Edges reflect </a:t>
            </a:r>
            <a:r>
              <a:rPr b="1" lang="en">
                <a:solidFill>
                  <a:schemeClr val="dk1"/>
                </a:solidFill>
              </a:rPr>
              <a:t>actual Bitcoin fund transfers</a:t>
            </a:r>
            <a:r>
              <a:rPr lang="en">
                <a:solidFill>
                  <a:schemeClr val="dk1"/>
                </a:solidFill>
              </a:rPr>
              <a:t>, so message passing is meaningful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is why we see the </a:t>
            </a:r>
            <a:r>
              <a:rPr b="1" lang="en">
                <a:solidFill>
                  <a:schemeClr val="dk1"/>
                </a:solidFill>
              </a:rPr>
              <a:t>highest AUC-PR and F1 improvements here</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IEEE-CIS is more challenging because the graph is </a:t>
            </a:r>
            <a:r>
              <a:rPr b="1" lang="en">
                <a:solidFill>
                  <a:schemeClr val="dk1"/>
                </a:solidFill>
              </a:rPr>
              <a:t>constructed, not natural</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Edges rely on </a:t>
            </a:r>
            <a:r>
              <a:rPr b="1" lang="en">
                <a:solidFill>
                  <a:schemeClr val="dk1"/>
                </a:solidFill>
              </a:rPr>
              <a:t>shared identifiers like cards, devices, and emails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introduces </a:t>
            </a:r>
            <a:r>
              <a:rPr b="1" lang="en">
                <a:solidFill>
                  <a:schemeClr val="dk1"/>
                </a:solidFill>
              </a:rPr>
              <a:t>noise and weaker structural signal</a:t>
            </a:r>
            <a:r>
              <a:rPr lang="en">
                <a:solidFill>
                  <a:schemeClr val="dk1"/>
                </a:solidFill>
              </a:rPr>
              <a:t>, so gains are smaller and less stable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PaySim is fully synthetic, so even though we build a graph, it lacks real-world relational complexity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a result, </a:t>
            </a:r>
            <a:r>
              <a:rPr b="1" lang="en">
                <a:solidFill>
                  <a:schemeClr val="dk1"/>
                </a:solidFill>
              </a:rPr>
              <a:t>classical models like Random Forest and MLP remain strong baselines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Overall takeaway:</a:t>
            </a:r>
            <a:br>
              <a:rPr lang="en">
                <a:solidFill>
                  <a:schemeClr val="dk1"/>
                </a:solidFill>
              </a:rPr>
            </a:br>
            <a:r>
              <a:rPr lang="en">
                <a:solidFill>
                  <a:schemeClr val="dk1"/>
                </a:solidFill>
              </a:rPr>
              <a:t> → GNN performance is not just model-dependent</a:t>
            </a:r>
            <a:br>
              <a:rPr lang="en">
                <a:solidFill>
                  <a:schemeClr val="dk1"/>
                </a:solidFill>
              </a:rPr>
            </a:br>
            <a:r>
              <a:rPr lang="en">
                <a:solidFill>
                  <a:schemeClr val="dk1"/>
                </a:solidFill>
              </a:rPr>
              <a:t> → It is </a:t>
            </a:r>
            <a:r>
              <a:rPr b="1" lang="en">
                <a:solidFill>
                  <a:schemeClr val="dk1"/>
                </a:solidFill>
              </a:rPr>
              <a:t>highly dependent on how meaningful the graph structure is</a:t>
            </a:r>
            <a:endParaRPr b="1">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97a0ebbd44_0_15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97a0ebbd44_0_15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First limitation is </a:t>
            </a:r>
            <a:r>
              <a:rPr b="1" lang="en">
                <a:solidFill>
                  <a:schemeClr val="dk1"/>
                </a:solidFill>
              </a:rPr>
              <a:t>graph construction quality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IEEE-CIS and PaySim, edges are based on heuristics like shared IDs or time windows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These may not reflect real financial relationships → can introduce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Second is dataset inconsistency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Elliptic is a true graph, while others require transformation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makes comparisons </a:t>
            </a:r>
            <a:r>
              <a:rPr b="1" lang="en">
                <a:solidFill>
                  <a:schemeClr val="dk1"/>
                </a:solidFill>
              </a:rPr>
              <a:t>not perfectly uniform across datasets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Third is computational limits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GNNs are expensive, especially full-batch training on Elliptic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 hyperparameter tuning was </a:t>
            </a:r>
            <a:r>
              <a:rPr b="1" lang="en">
                <a:solidFill>
                  <a:schemeClr val="dk1"/>
                </a:solidFill>
              </a:rPr>
              <a:t>restricted to a practical range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Fourth is extreme class imbalance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datasets are heavily skewed toward non-fraud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leads to </a:t>
            </a:r>
            <a:r>
              <a:rPr b="1" lang="en">
                <a:solidFill>
                  <a:schemeClr val="dk1"/>
                </a:solidFill>
              </a:rPr>
              <a:t>precision vs recall trade-offs</a:t>
            </a:r>
            <a:r>
              <a:rPr lang="en">
                <a:solidFill>
                  <a:schemeClr val="dk1"/>
                </a:solidFill>
              </a:rPr>
              <a:t>, especially in mini-batch setups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model stability differences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GCN and GAT are more sensitive to sampling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GraphSAGE is more stable due to inductive neighborhood sampling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Overall takeaway:</a:t>
            </a:r>
            <a:br>
              <a:rPr lang="en">
                <a:solidFill>
                  <a:schemeClr val="dk1"/>
                </a:solidFill>
              </a:rPr>
            </a:br>
            <a:r>
              <a:rPr lang="en">
                <a:solidFill>
                  <a:schemeClr val="dk1"/>
                </a:solidFill>
              </a:rPr>
              <a:t> → Results are strong, but </a:t>
            </a:r>
            <a:r>
              <a:rPr b="1" lang="en">
                <a:solidFill>
                  <a:schemeClr val="dk1"/>
                </a:solidFill>
              </a:rPr>
              <a:t>depend on data quality, graph design, and compute limits</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d904715fd1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d904715fd1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First improvement area is graph construction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Instead of manually defining edges, future work should learn relationships directly from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Second is temporal modeling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Fraud evolves over time, but current models treat graphs as static</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Temporal GNNs could better capture this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Third is scalability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Full-batch training is computationally expensive, especially for large graphs like Elliptic</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More efficient training methods are needed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 area is class imbalance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Even with weighting and threshold tuning, extreme imbalance remains a challenge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More adaptive strategies could further improve fraud recall without sacrificing precision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97a0ebbd44_0_8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397a0ebbd44_0_8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GraphSAGE performs better mainly because it’s </a:t>
            </a:r>
            <a:r>
              <a:rPr b="1" lang="en">
                <a:solidFill>
                  <a:schemeClr val="dk1"/>
                </a:solidFill>
              </a:rPr>
              <a:t>more robust to noisy graphs</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Our datasets—especially IEEE-CIS and PaySim—have </a:t>
            </a:r>
            <a:r>
              <a:rPr b="1" lang="en">
                <a:solidFill>
                  <a:schemeClr val="dk1"/>
                </a:solidFill>
              </a:rPr>
              <a:t>heuristically constructed edges</a:t>
            </a:r>
            <a:r>
              <a:rPr lang="en">
                <a:solidFill>
                  <a:schemeClr val="dk1"/>
                </a:solidFill>
              </a:rPr>
              <a:t>, so not all connections are meaningful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Unlike GCN, GraphSAGE doesn’t over-smooth node features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unlike GAT, it doesn’t rely on </a:t>
            </a:r>
            <a:r>
              <a:rPr b="1" lang="en">
                <a:solidFill>
                  <a:schemeClr val="dk1"/>
                </a:solidFill>
              </a:rPr>
              <a:t>learning attention weights</a:t>
            </a:r>
            <a:r>
              <a:rPr lang="en">
                <a:solidFill>
                  <a:schemeClr val="dk1"/>
                </a:solidFill>
              </a:rPr>
              <a:t>, which can be unstable with noisy data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 also works better with </a:t>
            </a:r>
            <a:r>
              <a:rPr b="1" lang="en">
                <a:solidFill>
                  <a:schemeClr val="dk1"/>
                </a:solidFill>
              </a:rPr>
              <a:t>mini-batch sampling</a:t>
            </a:r>
            <a:r>
              <a:rPr lang="en">
                <a:solidFill>
                  <a:schemeClr val="dk1"/>
                </a:solidFill>
              </a:rPr>
              <a:t>, which we use for large graphs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AUC-ROC is useful bc it measures overall ranking performance, when the decision threshold is tuned separately. It does a good job at measuring how well the model separates fraud vs non-fraud  across all thresholds, which is useful in our project with huge class </a:t>
            </a:r>
            <a:r>
              <a:rPr lang="en"/>
              <a:t>imbalance</a:t>
            </a:r>
            <a:r>
              <a:rPr lang="en"/>
              <a:t>, so a single threshold isnt reliable.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97901333b1_43_0)">
  <p:cSld name="Generated (g397901333b1_43_0)">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p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56" name="Google Shape;56;p15"/>
          <p:cNvSpPr txBox="1"/>
          <p:nvPr>
            <p:ph type="ctrTitle"/>
          </p:nvPr>
        </p:nvSpPr>
        <p:spPr>
          <a:xfrm>
            <a:off x="1358925" y="859200"/>
            <a:ext cx="6426300" cy="29493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7" name="Google Shape;57;p15"/>
          <p:cNvSpPr txBox="1"/>
          <p:nvPr>
            <p:ph idx="1" type="subTitle"/>
          </p:nvPr>
        </p:nvSpPr>
        <p:spPr>
          <a:xfrm>
            <a:off x="1358838" y="3808500"/>
            <a:ext cx="64263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58" name="Google Shape;58;p15"/>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59" name="Google Shape;59;p15"/>
          <p:cNvPicPr preferRelativeResize="0"/>
          <p:nvPr/>
        </p:nvPicPr>
        <p:blipFill>
          <a:blip r:embed="rId3">
            <a:alphaModFix amt="30000"/>
          </a:blip>
          <a:stretch>
            <a:fillRect/>
          </a:stretch>
        </p:blipFill>
        <p:spPr>
          <a:xfrm>
            <a:off x="713225" y="3653525"/>
            <a:ext cx="1900950" cy="1900950"/>
          </a:xfrm>
          <a:prstGeom prst="rect">
            <a:avLst/>
          </a:prstGeom>
          <a:noFill/>
          <a:ln>
            <a:noFill/>
          </a:ln>
        </p:spPr>
      </p:pic>
      <p:pic>
        <p:nvPicPr>
          <p:cNvPr id="60" name="Google Shape;60;p15"/>
          <p:cNvPicPr preferRelativeResize="0"/>
          <p:nvPr/>
        </p:nvPicPr>
        <p:blipFill>
          <a:blip r:embed="rId3">
            <a:alphaModFix amt="60000"/>
          </a:blip>
          <a:stretch>
            <a:fillRect/>
          </a:stretch>
        </p:blipFill>
        <p:spPr>
          <a:xfrm>
            <a:off x="7662150" y="2370575"/>
            <a:ext cx="1900950" cy="19009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pic>
        <p:nvPicPr>
          <p:cNvPr id="62" name="Google Shape;62;p16"/>
          <p:cNvPicPr preferRelativeResize="0"/>
          <p:nvPr/>
        </p:nvPicPr>
        <p:blipFill>
          <a:blip r:embed="rId2">
            <a:alphaModFix/>
          </a:blip>
          <a:stretch>
            <a:fillRect/>
          </a:stretch>
        </p:blipFill>
        <p:spPr>
          <a:xfrm>
            <a:off x="0" y="0"/>
            <a:ext cx="9144000" cy="5143500"/>
          </a:xfrm>
          <a:prstGeom prst="rect">
            <a:avLst/>
          </a:prstGeom>
          <a:noFill/>
          <a:ln>
            <a:noFill/>
          </a:ln>
        </p:spPr>
      </p:pic>
      <p:sp>
        <p:nvSpPr>
          <p:cNvPr id="63" name="Google Shape;63;p16"/>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4" name="Google Shape;64;p16"/>
          <p:cNvSpPr txBox="1"/>
          <p:nvPr>
            <p:ph hasCustomPrompt="1" idx="2" type="title"/>
          </p:nvPr>
        </p:nvSpPr>
        <p:spPr>
          <a:xfrm>
            <a:off x="924250" y="1012925"/>
            <a:ext cx="1277100" cy="915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65" name="Google Shape;65;p16"/>
          <p:cNvSpPr/>
          <p:nvPr>
            <p:ph idx="3" type="pic"/>
          </p:nvPr>
        </p:nvSpPr>
        <p:spPr>
          <a:xfrm flipH="1">
            <a:off x="5008825" y="1012925"/>
            <a:ext cx="3117600" cy="3117600"/>
          </a:xfrm>
          <a:prstGeom prst="rect">
            <a:avLst/>
          </a:prstGeom>
          <a:noFill/>
          <a:ln cap="flat" cmpd="sng" w="9525">
            <a:solidFill>
              <a:schemeClr val="dk1"/>
            </a:solidFill>
            <a:prstDash val="solid"/>
            <a:round/>
            <a:headEnd len="sm" w="sm" type="none"/>
            <a:tailEnd len="sm" w="sm" type="none"/>
          </a:ln>
        </p:spPr>
      </p:sp>
      <p:pic>
        <p:nvPicPr>
          <p:cNvPr id="66" name="Google Shape;66;p16"/>
          <p:cNvPicPr preferRelativeResize="0"/>
          <p:nvPr/>
        </p:nvPicPr>
        <p:blipFill>
          <a:blip r:embed="rId3">
            <a:alphaModFix amt="60000"/>
          </a:blip>
          <a:stretch>
            <a:fillRect/>
          </a:stretch>
        </p:blipFill>
        <p:spPr>
          <a:xfrm flipH="1">
            <a:off x="-770650" y="-143775"/>
            <a:ext cx="1900950" cy="1900950"/>
          </a:xfrm>
          <a:prstGeom prst="rect">
            <a:avLst/>
          </a:prstGeom>
          <a:noFill/>
          <a:ln>
            <a:noFill/>
          </a:ln>
        </p:spPr>
      </p:pic>
      <p:pic>
        <p:nvPicPr>
          <p:cNvPr id="67" name="Google Shape;67;p16"/>
          <p:cNvPicPr preferRelativeResize="0"/>
          <p:nvPr/>
        </p:nvPicPr>
        <p:blipFill>
          <a:blip r:embed="rId3">
            <a:alphaModFix amt="30000"/>
          </a:blip>
          <a:stretch>
            <a:fillRect/>
          </a:stretch>
        </p:blipFill>
        <p:spPr>
          <a:xfrm flipH="1">
            <a:off x="5365475" y="3653525"/>
            <a:ext cx="1900950" cy="19009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pic>
        <p:nvPicPr>
          <p:cNvPr id="69" name="Google Shape;69;p17"/>
          <p:cNvPicPr preferRelativeResize="0"/>
          <p:nvPr/>
        </p:nvPicPr>
        <p:blipFill>
          <a:blip r:embed="rId2">
            <a:alphaModFix/>
          </a:blip>
          <a:stretch>
            <a:fillRect/>
          </a:stretch>
        </p:blipFill>
        <p:spPr>
          <a:xfrm>
            <a:off x="0" y="0"/>
            <a:ext cx="9144000" cy="5143500"/>
          </a:xfrm>
          <a:prstGeom prst="rect">
            <a:avLst/>
          </a:prstGeom>
          <a:noFill/>
          <a:ln>
            <a:noFill/>
          </a:ln>
        </p:spPr>
      </p:pic>
      <p:sp>
        <p:nvSpPr>
          <p:cNvPr id="70" name="Google Shape;7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1" name="Google Shape;71;p17"/>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pic>
        <p:nvPicPr>
          <p:cNvPr id="72" name="Google Shape;72;p17"/>
          <p:cNvPicPr preferRelativeResize="0"/>
          <p:nvPr/>
        </p:nvPicPr>
        <p:blipFill>
          <a:blip r:embed="rId3">
            <a:alphaModFix amt="86000"/>
          </a:blip>
          <a:stretch>
            <a:fillRect/>
          </a:stretch>
        </p:blipFill>
        <p:spPr>
          <a:xfrm>
            <a:off x="7556588" y="-685200"/>
            <a:ext cx="1900950" cy="1900950"/>
          </a:xfrm>
          <a:prstGeom prst="rect">
            <a:avLst/>
          </a:prstGeom>
          <a:noFill/>
          <a:ln>
            <a:noFill/>
          </a:ln>
        </p:spPr>
      </p:pic>
      <p:pic>
        <p:nvPicPr>
          <p:cNvPr id="73" name="Google Shape;73;p17"/>
          <p:cNvPicPr preferRelativeResize="0"/>
          <p:nvPr/>
        </p:nvPicPr>
        <p:blipFill>
          <a:blip r:embed="rId3">
            <a:alphaModFix amt="35000"/>
          </a:blip>
          <a:stretch>
            <a:fillRect/>
          </a:stretch>
        </p:blipFill>
        <p:spPr>
          <a:xfrm>
            <a:off x="3621513" y="4221675"/>
            <a:ext cx="1900950" cy="1900950"/>
          </a:xfrm>
          <a:prstGeom prst="rect">
            <a:avLst/>
          </a:prstGeom>
          <a:noFill/>
          <a:ln>
            <a:noFill/>
          </a:ln>
        </p:spPr>
      </p:pic>
      <p:pic>
        <p:nvPicPr>
          <p:cNvPr id="74" name="Google Shape;74;p17"/>
          <p:cNvPicPr preferRelativeResize="0"/>
          <p:nvPr/>
        </p:nvPicPr>
        <p:blipFill>
          <a:blip r:embed="rId3">
            <a:alphaModFix amt="35000"/>
          </a:blip>
          <a:stretch>
            <a:fillRect/>
          </a:stretch>
        </p:blipFill>
        <p:spPr>
          <a:xfrm>
            <a:off x="-996650" y="695625"/>
            <a:ext cx="1900950" cy="19009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pic>
        <p:nvPicPr>
          <p:cNvPr id="76" name="Google Shape;76;p18"/>
          <p:cNvPicPr preferRelativeResize="0"/>
          <p:nvPr/>
        </p:nvPicPr>
        <p:blipFill>
          <a:blip r:embed="rId2">
            <a:alphaModFix/>
          </a:blip>
          <a:stretch>
            <a:fillRect/>
          </a:stretch>
        </p:blipFill>
        <p:spPr>
          <a:xfrm>
            <a:off x="0" y="0"/>
            <a:ext cx="9144000" cy="5143500"/>
          </a:xfrm>
          <a:prstGeom prst="rect">
            <a:avLst/>
          </a:prstGeom>
          <a:noFill/>
          <a:ln>
            <a:noFill/>
          </a:ln>
        </p:spPr>
      </p:pic>
      <p:sp>
        <p:nvSpPr>
          <p:cNvPr id="77" name="Google Shape;7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8" name="Google Shape;78;p18"/>
          <p:cNvSpPr txBox="1"/>
          <p:nvPr>
            <p:ph idx="1" type="subTitle"/>
          </p:nvPr>
        </p:nvSpPr>
        <p:spPr>
          <a:xfrm>
            <a:off x="5055246" y="369522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9" name="Google Shape;79;p18"/>
          <p:cNvSpPr txBox="1"/>
          <p:nvPr>
            <p:ph idx="2" type="subTitle"/>
          </p:nvPr>
        </p:nvSpPr>
        <p:spPr>
          <a:xfrm>
            <a:off x="1583154" y="369522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80" name="Google Shape;80;p18"/>
          <p:cNvSpPr txBox="1"/>
          <p:nvPr>
            <p:ph idx="3" type="subTitle"/>
          </p:nvPr>
        </p:nvSpPr>
        <p:spPr>
          <a:xfrm>
            <a:off x="5055246"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 name="Google Shape;81;p18"/>
          <p:cNvSpPr txBox="1"/>
          <p:nvPr>
            <p:ph idx="4" type="subTitle"/>
          </p:nvPr>
        </p:nvSpPr>
        <p:spPr>
          <a:xfrm>
            <a:off x="1583154"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82" name="Google Shape;82;p18"/>
          <p:cNvPicPr preferRelativeResize="0"/>
          <p:nvPr/>
        </p:nvPicPr>
        <p:blipFill>
          <a:blip r:embed="rId3">
            <a:alphaModFix/>
          </a:blip>
          <a:stretch>
            <a:fillRect/>
          </a:stretch>
        </p:blipFill>
        <p:spPr>
          <a:xfrm>
            <a:off x="6755275" y="-690125"/>
            <a:ext cx="1900950" cy="1900950"/>
          </a:xfrm>
          <a:prstGeom prst="rect">
            <a:avLst/>
          </a:prstGeom>
          <a:noFill/>
          <a:ln>
            <a:noFill/>
          </a:ln>
        </p:spPr>
      </p:pic>
      <p:pic>
        <p:nvPicPr>
          <p:cNvPr id="83" name="Google Shape;83;p18"/>
          <p:cNvPicPr preferRelativeResize="0"/>
          <p:nvPr/>
        </p:nvPicPr>
        <p:blipFill>
          <a:blip r:embed="rId3">
            <a:alphaModFix amt="60000"/>
          </a:blip>
          <a:stretch>
            <a:fillRect/>
          </a:stretch>
        </p:blipFill>
        <p:spPr>
          <a:xfrm>
            <a:off x="7867600" y="3122525"/>
            <a:ext cx="1900950" cy="1900950"/>
          </a:xfrm>
          <a:prstGeom prst="rect">
            <a:avLst/>
          </a:prstGeom>
          <a:noFill/>
          <a:ln>
            <a:noFill/>
          </a:ln>
        </p:spPr>
      </p:pic>
      <p:pic>
        <p:nvPicPr>
          <p:cNvPr id="84" name="Google Shape;84;p18"/>
          <p:cNvPicPr preferRelativeResize="0"/>
          <p:nvPr/>
        </p:nvPicPr>
        <p:blipFill>
          <a:blip r:embed="rId3">
            <a:alphaModFix amt="30000"/>
          </a:blip>
          <a:stretch>
            <a:fillRect/>
          </a:stretch>
        </p:blipFill>
        <p:spPr>
          <a:xfrm>
            <a:off x="-746900" y="1665100"/>
            <a:ext cx="1900950" cy="19009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pic>
        <p:nvPicPr>
          <p:cNvPr id="86" name="Google Shape;86;p19"/>
          <p:cNvPicPr preferRelativeResize="0"/>
          <p:nvPr/>
        </p:nvPicPr>
        <p:blipFill>
          <a:blip r:embed="rId2">
            <a:alphaModFix/>
          </a:blip>
          <a:stretch>
            <a:fillRect/>
          </a:stretch>
        </p:blipFill>
        <p:spPr>
          <a:xfrm>
            <a:off x="0" y="0"/>
            <a:ext cx="9144000" cy="5143500"/>
          </a:xfrm>
          <a:prstGeom prst="rect">
            <a:avLst/>
          </a:prstGeom>
          <a:noFill/>
          <a:ln>
            <a:noFill/>
          </a:ln>
        </p:spPr>
      </p:pic>
      <p:sp>
        <p:nvSpPr>
          <p:cNvPr id="87" name="Google Shape;87;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88" name="Google Shape;88;p19"/>
          <p:cNvPicPr preferRelativeResize="0"/>
          <p:nvPr/>
        </p:nvPicPr>
        <p:blipFill>
          <a:blip r:embed="rId3">
            <a:alphaModFix/>
          </a:blip>
          <a:stretch>
            <a:fillRect/>
          </a:stretch>
        </p:blipFill>
        <p:spPr>
          <a:xfrm>
            <a:off x="7815575" y="-410975"/>
            <a:ext cx="1900950" cy="1900950"/>
          </a:xfrm>
          <a:prstGeom prst="rect">
            <a:avLst/>
          </a:prstGeom>
          <a:noFill/>
          <a:ln>
            <a:noFill/>
          </a:ln>
        </p:spPr>
      </p:pic>
      <p:pic>
        <p:nvPicPr>
          <p:cNvPr id="89" name="Google Shape;89;p19"/>
          <p:cNvPicPr preferRelativeResize="0"/>
          <p:nvPr/>
        </p:nvPicPr>
        <p:blipFill>
          <a:blip r:embed="rId3">
            <a:alphaModFix amt="36000"/>
          </a:blip>
          <a:stretch>
            <a:fillRect/>
          </a:stretch>
        </p:blipFill>
        <p:spPr>
          <a:xfrm>
            <a:off x="-1064775" y="1954025"/>
            <a:ext cx="1900950" cy="1900950"/>
          </a:xfrm>
          <a:prstGeom prst="rect">
            <a:avLst/>
          </a:prstGeom>
          <a:noFill/>
          <a:ln>
            <a:noFill/>
          </a:ln>
        </p:spPr>
      </p:pic>
      <p:pic>
        <p:nvPicPr>
          <p:cNvPr id="90" name="Google Shape;90;p19"/>
          <p:cNvPicPr preferRelativeResize="0"/>
          <p:nvPr/>
        </p:nvPicPr>
        <p:blipFill>
          <a:blip r:embed="rId3">
            <a:alphaModFix amt="23000"/>
          </a:blip>
          <a:stretch>
            <a:fillRect/>
          </a:stretch>
        </p:blipFill>
        <p:spPr>
          <a:xfrm>
            <a:off x="6862050" y="4101525"/>
            <a:ext cx="1900950" cy="19009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 name="Shape 91"/>
        <p:cNvGrpSpPr/>
        <p:nvPr/>
      </p:nvGrpSpPr>
      <p:grpSpPr>
        <a:xfrm>
          <a:off x="0" y="0"/>
          <a:ext cx="0" cy="0"/>
          <a:chOff x="0" y="0"/>
          <a:chExt cx="0" cy="0"/>
        </a:xfrm>
      </p:grpSpPr>
      <p:pic>
        <p:nvPicPr>
          <p:cNvPr id="92" name="Google Shape;92;p20"/>
          <p:cNvPicPr preferRelativeResize="0"/>
          <p:nvPr/>
        </p:nvPicPr>
        <p:blipFill>
          <a:blip r:embed="rId2">
            <a:alphaModFix/>
          </a:blip>
          <a:stretch>
            <a:fillRect/>
          </a:stretch>
        </p:blipFill>
        <p:spPr>
          <a:xfrm>
            <a:off x="0" y="0"/>
            <a:ext cx="9144000" cy="5143500"/>
          </a:xfrm>
          <a:prstGeom prst="rect">
            <a:avLst/>
          </a:prstGeom>
          <a:noFill/>
          <a:ln>
            <a:noFill/>
          </a:ln>
        </p:spPr>
      </p:pic>
      <p:sp>
        <p:nvSpPr>
          <p:cNvPr id="93" name="Google Shape;93;p20"/>
          <p:cNvSpPr txBox="1"/>
          <p:nvPr>
            <p:ph type="title"/>
          </p:nvPr>
        </p:nvSpPr>
        <p:spPr>
          <a:xfrm>
            <a:off x="720000" y="1820550"/>
            <a:ext cx="2429700" cy="1502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4" name="Google Shape;94;p20"/>
          <p:cNvSpPr txBox="1"/>
          <p:nvPr>
            <p:ph idx="1" type="subTitle"/>
          </p:nvPr>
        </p:nvSpPr>
        <p:spPr>
          <a:xfrm>
            <a:off x="4136100" y="1329600"/>
            <a:ext cx="4294800" cy="2484300"/>
          </a:xfrm>
          <a:prstGeom prst="rect">
            <a:avLst/>
          </a:prstGeom>
        </p:spPr>
        <p:txBody>
          <a:bodyPr anchorCtr="0" anchor="t" bIns="91425" lIns="91425" spcFirstLastPara="1" rIns="91425" wrap="square" tIns="91425">
            <a:noAutofit/>
          </a:bodyPr>
          <a:lstStyle>
            <a:lvl1pPr lvl="0">
              <a:spcBef>
                <a:spcPts val="0"/>
              </a:spcBef>
              <a:spcAft>
                <a:spcPts val="0"/>
              </a:spcAft>
              <a:buClr>
                <a:srgbClr val="595959"/>
              </a:buClr>
              <a:buSzPts val="1000"/>
              <a:buFont typeface="Anaheim"/>
              <a:buAutoNum type="arabicPeriod"/>
              <a:defRPr sz="1400"/>
            </a:lvl1pPr>
            <a:lvl2pPr lvl="1" algn="ctr">
              <a:lnSpc>
                <a:spcPct val="100000"/>
              </a:lnSpc>
              <a:spcBef>
                <a:spcPts val="1600"/>
              </a:spcBef>
              <a:spcAft>
                <a:spcPts val="0"/>
              </a:spcAft>
              <a:buClr>
                <a:srgbClr val="595959"/>
              </a:buClr>
              <a:buSzPts val="1400"/>
              <a:buFont typeface="Anaheim"/>
              <a:buAutoNum type="alphaLcPeriod"/>
              <a:defRPr/>
            </a:lvl2pPr>
            <a:lvl3pPr lvl="2" algn="ctr">
              <a:lnSpc>
                <a:spcPct val="100000"/>
              </a:lnSpc>
              <a:spcBef>
                <a:spcPts val="0"/>
              </a:spcBef>
              <a:spcAft>
                <a:spcPts val="0"/>
              </a:spcAft>
              <a:buClr>
                <a:srgbClr val="595959"/>
              </a:buClr>
              <a:buSzPts val="1400"/>
              <a:buFont typeface="Anaheim"/>
              <a:buAutoNum type="romanLcPeriod"/>
              <a:defRPr/>
            </a:lvl3pPr>
            <a:lvl4pPr lvl="3" algn="ctr">
              <a:lnSpc>
                <a:spcPct val="100000"/>
              </a:lnSpc>
              <a:spcBef>
                <a:spcPts val="0"/>
              </a:spcBef>
              <a:spcAft>
                <a:spcPts val="0"/>
              </a:spcAft>
              <a:buClr>
                <a:srgbClr val="595959"/>
              </a:buClr>
              <a:buSzPts val="1400"/>
              <a:buFont typeface="Anaheim"/>
              <a:buAutoNum type="arabicPeriod"/>
              <a:defRPr/>
            </a:lvl4pPr>
            <a:lvl5pPr lvl="4" algn="ctr">
              <a:lnSpc>
                <a:spcPct val="100000"/>
              </a:lnSpc>
              <a:spcBef>
                <a:spcPts val="0"/>
              </a:spcBef>
              <a:spcAft>
                <a:spcPts val="0"/>
              </a:spcAft>
              <a:buClr>
                <a:srgbClr val="595959"/>
              </a:buClr>
              <a:buSzPts val="1400"/>
              <a:buFont typeface="Anaheim"/>
              <a:buAutoNum type="alphaLcPeriod"/>
              <a:defRPr/>
            </a:lvl5pPr>
            <a:lvl6pPr lvl="5" algn="ctr">
              <a:lnSpc>
                <a:spcPct val="100000"/>
              </a:lnSpc>
              <a:spcBef>
                <a:spcPts val="0"/>
              </a:spcBef>
              <a:spcAft>
                <a:spcPts val="0"/>
              </a:spcAft>
              <a:buClr>
                <a:srgbClr val="595959"/>
              </a:buClr>
              <a:buSzPts val="1400"/>
              <a:buFont typeface="Anaheim"/>
              <a:buAutoNum type="romanLcPeriod"/>
              <a:defRPr/>
            </a:lvl6pPr>
            <a:lvl7pPr lvl="6" algn="ctr">
              <a:lnSpc>
                <a:spcPct val="100000"/>
              </a:lnSpc>
              <a:spcBef>
                <a:spcPts val="0"/>
              </a:spcBef>
              <a:spcAft>
                <a:spcPts val="0"/>
              </a:spcAft>
              <a:buClr>
                <a:srgbClr val="595959"/>
              </a:buClr>
              <a:buSzPts val="1400"/>
              <a:buFont typeface="Anaheim"/>
              <a:buAutoNum type="arabicPeriod"/>
              <a:defRPr/>
            </a:lvl7pPr>
            <a:lvl8pPr lvl="7" algn="ctr">
              <a:lnSpc>
                <a:spcPct val="100000"/>
              </a:lnSpc>
              <a:spcBef>
                <a:spcPts val="0"/>
              </a:spcBef>
              <a:spcAft>
                <a:spcPts val="0"/>
              </a:spcAft>
              <a:buClr>
                <a:srgbClr val="595959"/>
              </a:buClr>
              <a:buSzPts val="1400"/>
              <a:buFont typeface="Anaheim"/>
              <a:buAutoNum type="alphaLcPeriod"/>
              <a:defRPr/>
            </a:lvl8pPr>
            <a:lvl9pPr lvl="8" algn="ctr">
              <a:lnSpc>
                <a:spcPct val="100000"/>
              </a:lnSpc>
              <a:spcBef>
                <a:spcPts val="0"/>
              </a:spcBef>
              <a:spcAft>
                <a:spcPts val="0"/>
              </a:spcAft>
              <a:buClr>
                <a:srgbClr val="595959"/>
              </a:buClr>
              <a:buSzPts val="1400"/>
              <a:buFont typeface="Anaheim"/>
              <a:buAutoNum type="romanLcPeriod"/>
              <a:defRPr/>
            </a:lvl9pPr>
          </a:lstStyle>
          <a:p/>
        </p:txBody>
      </p:sp>
      <p:pic>
        <p:nvPicPr>
          <p:cNvPr id="95" name="Google Shape;95;p20"/>
          <p:cNvPicPr preferRelativeResize="0"/>
          <p:nvPr/>
        </p:nvPicPr>
        <p:blipFill>
          <a:blip r:embed="rId3">
            <a:alphaModFix amt="25000"/>
          </a:blip>
          <a:stretch>
            <a:fillRect/>
          </a:stretch>
        </p:blipFill>
        <p:spPr>
          <a:xfrm>
            <a:off x="-859550" y="3229500"/>
            <a:ext cx="1900950" cy="1900950"/>
          </a:xfrm>
          <a:prstGeom prst="rect">
            <a:avLst/>
          </a:prstGeom>
          <a:noFill/>
          <a:ln>
            <a:noFill/>
          </a:ln>
        </p:spPr>
      </p:pic>
      <p:pic>
        <p:nvPicPr>
          <p:cNvPr id="96" name="Google Shape;96;p20"/>
          <p:cNvPicPr preferRelativeResize="0"/>
          <p:nvPr/>
        </p:nvPicPr>
        <p:blipFill>
          <a:blip r:embed="rId3">
            <a:alphaModFix amt="86000"/>
          </a:blip>
          <a:stretch>
            <a:fillRect/>
          </a:stretch>
        </p:blipFill>
        <p:spPr>
          <a:xfrm>
            <a:off x="2600588" y="-749150"/>
            <a:ext cx="1900950" cy="1900950"/>
          </a:xfrm>
          <a:prstGeom prst="rect">
            <a:avLst/>
          </a:prstGeom>
          <a:noFill/>
          <a:ln>
            <a:noFill/>
          </a:ln>
        </p:spPr>
      </p:pic>
      <p:pic>
        <p:nvPicPr>
          <p:cNvPr id="97" name="Google Shape;97;p20"/>
          <p:cNvPicPr preferRelativeResize="0"/>
          <p:nvPr/>
        </p:nvPicPr>
        <p:blipFill>
          <a:blip r:embed="rId3">
            <a:alphaModFix amt="25000"/>
          </a:blip>
          <a:stretch>
            <a:fillRect/>
          </a:stretch>
        </p:blipFill>
        <p:spPr>
          <a:xfrm>
            <a:off x="7643500" y="3592050"/>
            <a:ext cx="1900950" cy="19009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8" name="Shape 98"/>
        <p:cNvGrpSpPr/>
        <p:nvPr/>
      </p:nvGrpSpPr>
      <p:grpSpPr>
        <a:xfrm>
          <a:off x="0" y="0"/>
          <a:ext cx="0" cy="0"/>
          <a:chOff x="0" y="0"/>
          <a:chExt cx="0" cy="0"/>
        </a:xfrm>
      </p:grpSpPr>
      <p:pic>
        <p:nvPicPr>
          <p:cNvPr id="99" name="Google Shape;99;p2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0" name="Google Shape;100;p21"/>
          <p:cNvSpPr txBox="1"/>
          <p:nvPr>
            <p:ph type="title"/>
          </p:nvPr>
        </p:nvSpPr>
        <p:spPr>
          <a:xfrm>
            <a:off x="1768500" y="1709850"/>
            <a:ext cx="5607000" cy="172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101" name="Google Shape;101;p21"/>
          <p:cNvPicPr preferRelativeResize="0"/>
          <p:nvPr/>
        </p:nvPicPr>
        <p:blipFill>
          <a:blip r:embed="rId3">
            <a:alphaModFix amt="86000"/>
          </a:blip>
          <a:stretch>
            <a:fillRect/>
          </a:stretch>
        </p:blipFill>
        <p:spPr>
          <a:xfrm>
            <a:off x="-81612" y="-91650"/>
            <a:ext cx="1900950" cy="1900950"/>
          </a:xfrm>
          <a:prstGeom prst="rect">
            <a:avLst/>
          </a:prstGeom>
          <a:noFill/>
          <a:ln>
            <a:noFill/>
          </a:ln>
        </p:spPr>
      </p:pic>
      <p:pic>
        <p:nvPicPr>
          <p:cNvPr id="102" name="Google Shape;102;p21"/>
          <p:cNvPicPr preferRelativeResize="0"/>
          <p:nvPr/>
        </p:nvPicPr>
        <p:blipFill>
          <a:blip r:embed="rId3">
            <a:alphaModFix amt="25000"/>
          </a:blip>
          <a:stretch>
            <a:fillRect/>
          </a:stretch>
        </p:blipFill>
        <p:spPr>
          <a:xfrm>
            <a:off x="619500" y="3592275"/>
            <a:ext cx="1900950" cy="1900950"/>
          </a:xfrm>
          <a:prstGeom prst="rect">
            <a:avLst/>
          </a:prstGeom>
          <a:noFill/>
          <a:ln>
            <a:noFill/>
          </a:ln>
        </p:spPr>
      </p:pic>
      <p:pic>
        <p:nvPicPr>
          <p:cNvPr id="103" name="Google Shape;103;p21"/>
          <p:cNvPicPr preferRelativeResize="0"/>
          <p:nvPr/>
        </p:nvPicPr>
        <p:blipFill>
          <a:blip r:embed="rId3">
            <a:alphaModFix amt="35000"/>
          </a:blip>
          <a:stretch>
            <a:fillRect/>
          </a:stretch>
        </p:blipFill>
        <p:spPr>
          <a:xfrm>
            <a:off x="6392100" y="166225"/>
            <a:ext cx="1900950" cy="1900950"/>
          </a:xfrm>
          <a:prstGeom prst="rect">
            <a:avLst/>
          </a:prstGeom>
          <a:noFill/>
          <a:ln>
            <a:noFill/>
          </a:ln>
        </p:spPr>
      </p:pic>
      <p:pic>
        <p:nvPicPr>
          <p:cNvPr id="104" name="Google Shape;104;p21"/>
          <p:cNvPicPr preferRelativeResize="0"/>
          <p:nvPr/>
        </p:nvPicPr>
        <p:blipFill>
          <a:blip r:embed="rId3">
            <a:alphaModFix amt="75000"/>
          </a:blip>
          <a:stretch>
            <a:fillRect/>
          </a:stretch>
        </p:blipFill>
        <p:spPr>
          <a:xfrm>
            <a:off x="7953863" y="2703050"/>
            <a:ext cx="1900950" cy="19009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5" name="Shape 105"/>
        <p:cNvGrpSpPr/>
        <p:nvPr/>
      </p:nvGrpSpPr>
      <p:grpSpPr>
        <a:xfrm>
          <a:off x="0" y="0"/>
          <a:ext cx="0" cy="0"/>
          <a:chOff x="0" y="0"/>
          <a:chExt cx="0" cy="0"/>
        </a:xfrm>
      </p:grpSpPr>
      <p:pic>
        <p:nvPicPr>
          <p:cNvPr id="106" name="Google Shape;106;p2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7" name="Google Shape;107;p22"/>
          <p:cNvSpPr txBox="1"/>
          <p:nvPr>
            <p:ph type="title"/>
          </p:nvPr>
        </p:nvSpPr>
        <p:spPr>
          <a:xfrm>
            <a:off x="2380650" y="1441675"/>
            <a:ext cx="4382700" cy="11874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6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08" name="Google Shape;108;p22"/>
          <p:cNvSpPr txBox="1"/>
          <p:nvPr>
            <p:ph idx="1" type="subTitle"/>
          </p:nvPr>
        </p:nvSpPr>
        <p:spPr>
          <a:xfrm>
            <a:off x="2380650" y="2784625"/>
            <a:ext cx="43827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09" name="Google Shape;109;p22"/>
          <p:cNvPicPr preferRelativeResize="0"/>
          <p:nvPr/>
        </p:nvPicPr>
        <p:blipFill>
          <a:blip r:embed="rId3">
            <a:alphaModFix amt="86000"/>
          </a:blip>
          <a:stretch>
            <a:fillRect/>
          </a:stretch>
        </p:blipFill>
        <p:spPr>
          <a:xfrm>
            <a:off x="974988" y="172475"/>
            <a:ext cx="1900950" cy="1900950"/>
          </a:xfrm>
          <a:prstGeom prst="rect">
            <a:avLst/>
          </a:prstGeom>
          <a:noFill/>
          <a:ln>
            <a:noFill/>
          </a:ln>
        </p:spPr>
      </p:pic>
      <p:pic>
        <p:nvPicPr>
          <p:cNvPr id="110" name="Google Shape;110;p22"/>
          <p:cNvPicPr preferRelativeResize="0"/>
          <p:nvPr/>
        </p:nvPicPr>
        <p:blipFill>
          <a:blip r:embed="rId3">
            <a:alphaModFix amt="25000"/>
          </a:blip>
          <a:stretch>
            <a:fillRect/>
          </a:stretch>
        </p:blipFill>
        <p:spPr>
          <a:xfrm>
            <a:off x="-143600" y="2073425"/>
            <a:ext cx="1900950" cy="1900950"/>
          </a:xfrm>
          <a:prstGeom prst="rect">
            <a:avLst/>
          </a:prstGeom>
          <a:noFill/>
          <a:ln>
            <a:noFill/>
          </a:ln>
        </p:spPr>
      </p:pic>
      <p:pic>
        <p:nvPicPr>
          <p:cNvPr id="111" name="Google Shape;111;p22"/>
          <p:cNvPicPr preferRelativeResize="0"/>
          <p:nvPr/>
        </p:nvPicPr>
        <p:blipFill>
          <a:blip r:embed="rId3">
            <a:alphaModFix amt="35000"/>
          </a:blip>
          <a:stretch>
            <a:fillRect/>
          </a:stretch>
        </p:blipFill>
        <p:spPr>
          <a:xfrm>
            <a:off x="6377425" y="474375"/>
            <a:ext cx="1900950" cy="1900950"/>
          </a:xfrm>
          <a:prstGeom prst="rect">
            <a:avLst/>
          </a:prstGeom>
          <a:noFill/>
          <a:ln>
            <a:noFill/>
          </a:ln>
        </p:spPr>
      </p:pic>
      <p:pic>
        <p:nvPicPr>
          <p:cNvPr id="112" name="Google Shape;112;p22"/>
          <p:cNvPicPr preferRelativeResize="0"/>
          <p:nvPr/>
        </p:nvPicPr>
        <p:blipFill>
          <a:blip r:embed="rId3">
            <a:alphaModFix amt="75000"/>
          </a:blip>
          <a:stretch>
            <a:fillRect/>
          </a:stretch>
        </p:blipFill>
        <p:spPr>
          <a:xfrm>
            <a:off x="7785088" y="2784625"/>
            <a:ext cx="1900950" cy="190095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3" name="Shape 113"/>
        <p:cNvGrpSpPr/>
        <p:nvPr/>
      </p:nvGrpSpPr>
      <p:grpSpPr>
        <a:xfrm>
          <a:off x="0" y="0"/>
          <a:ext cx="0" cy="0"/>
          <a:chOff x="0" y="0"/>
          <a:chExt cx="0" cy="0"/>
        </a:xfrm>
      </p:grpSpPr>
      <p:sp>
        <p:nvSpPr>
          <p:cNvPr id="114" name="Google Shape;114;p23"/>
          <p:cNvSpPr/>
          <p:nvPr>
            <p:ph idx="2" type="pic"/>
          </p:nvPr>
        </p:nvSpPr>
        <p:spPr>
          <a:xfrm>
            <a:off x="0" y="0"/>
            <a:ext cx="9144000" cy="5143500"/>
          </a:xfrm>
          <a:prstGeom prst="rect">
            <a:avLst/>
          </a:prstGeom>
          <a:noFill/>
          <a:ln>
            <a:noFill/>
          </a:ln>
        </p:spPr>
      </p:sp>
      <p:sp>
        <p:nvSpPr>
          <p:cNvPr id="115" name="Google Shape;115;p23"/>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pic>
        <p:nvPicPr>
          <p:cNvPr id="117" name="Google Shape;117;p2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8" name="Google Shape;118;p24"/>
          <p:cNvSpPr txBox="1"/>
          <p:nvPr>
            <p:ph hasCustomPrompt="1" type="title"/>
          </p:nvPr>
        </p:nvSpPr>
        <p:spPr>
          <a:xfrm>
            <a:off x="1988400" y="1728450"/>
            <a:ext cx="5167200" cy="10452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9" name="Google Shape;119;p24"/>
          <p:cNvSpPr txBox="1"/>
          <p:nvPr>
            <p:ph idx="1" type="subTitle"/>
          </p:nvPr>
        </p:nvSpPr>
        <p:spPr>
          <a:xfrm>
            <a:off x="1988400" y="2773650"/>
            <a:ext cx="5167200" cy="4971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120" name="Google Shape;120;p24"/>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121" name="Google Shape;121;p24"/>
          <p:cNvPicPr preferRelativeResize="0"/>
          <p:nvPr/>
        </p:nvPicPr>
        <p:blipFill>
          <a:blip r:embed="rId3">
            <a:alphaModFix amt="30000"/>
          </a:blip>
          <a:stretch>
            <a:fillRect/>
          </a:stretch>
        </p:blipFill>
        <p:spPr>
          <a:xfrm>
            <a:off x="713225" y="3653525"/>
            <a:ext cx="1900950" cy="1900950"/>
          </a:xfrm>
          <a:prstGeom prst="rect">
            <a:avLst/>
          </a:prstGeom>
          <a:noFill/>
          <a:ln>
            <a:noFill/>
          </a:ln>
        </p:spPr>
      </p:pic>
      <p:pic>
        <p:nvPicPr>
          <p:cNvPr id="122" name="Google Shape;122;p24"/>
          <p:cNvPicPr preferRelativeResize="0"/>
          <p:nvPr/>
        </p:nvPicPr>
        <p:blipFill>
          <a:blip r:embed="rId3">
            <a:alphaModFix amt="60000"/>
          </a:blip>
          <a:stretch>
            <a:fillRect/>
          </a:stretch>
        </p:blipFill>
        <p:spPr>
          <a:xfrm>
            <a:off x="7662150" y="2370575"/>
            <a:ext cx="1900950" cy="19009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23" name="Shape 123"/>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4" name="Shape 124"/>
        <p:cNvGrpSpPr/>
        <p:nvPr/>
      </p:nvGrpSpPr>
      <p:grpSpPr>
        <a:xfrm>
          <a:off x="0" y="0"/>
          <a:ext cx="0" cy="0"/>
          <a:chOff x="0" y="0"/>
          <a:chExt cx="0" cy="0"/>
        </a:xfrm>
      </p:grpSpPr>
      <p:pic>
        <p:nvPicPr>
          <p:cNvPr id="125" name="Google Shape;125;p2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6" name="Google Shape;126;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7" name="Google Shape;127;p26"/>
          <p:cNvSpPr txBox="1"/>
          <p:nvPr>
            <p:ph hasCustomPrompt="1" idx="2" type="title"/>
          </p:nvPr>
        </p:nvSpPr>
        <p:spPr>
          <a:xfrm>
            <a:off x="720000" y="1402970"/>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8" name="Google Shape;128;p26"/>
          <p:cNvSpPr txBox="1"/>
          <p:nvPr>
            <p:ph hasCustomPrompt="1" idx="3" type="title"/>
          </p:nvPr>
        </p:nvSpPr>
        <p:spPr>
          <a:xfrm>
            <a:off x="720000" y="3075841"/>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9" name="Google Shape;129;p26"/>
          <p:cNvSpPr txBox="1"/>
          <p:nvPr>
            <p:ph hasCustomPrompt="1" idx="4" type="title"/>
          </p:nvPr>
        </p:nvSpPr>
        <p:spPr>
          <a:xfrm>
            <a:off x="3419271" y="1402970"/>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 name="Google Shape;130;p26"/>
          <p:cNvSpPr txBox="1"/>
          <p:nvPr>
            <p:ph hasCustomPrompt="1" idx="5" type="title"/>
          </p:nvPr>
        </p:nvSpPr>
        <p:spPr>
          <a:xfrm>
            <a:off x="3419274" y="3075841"/>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1" name="Google Shape;131;p26"/>
          <p:cNvSpPr txBox="1"/>
          <p:nvPr>
            <p:ph hasCustomPrompt="1" idx="6" type="title"/>
          </p:nvPr>
        </p:nvSpPr>
        <p:spPr>
          <a:xfrm>
            <a:off x="6118549" y="1402970"/>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2" name="Google Shape;132;p26"/>
          <p:cNvSpPr txBox="1"/>
          <p:nvPr>
            <p:ph hasCustomPrompt="1" idx="7" type="title"/>
          </p:nvPr>
        </p:nvSpPr>
        <p:spPr>
          <a:xfrm>
            <a:off x="6118549" y="3075841"/>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3" name="Google Shape;133;p26"/>
          <p:cNvSpPr txBox="1"/>
          <p:nvPr>
            <p:ph idx="1" type="subTitle"/>
          </p:nvPr>
        </p:nvSpPr>
        <p:spPr>
          <a:xfrm>
            <a:off x="720000" y="1854202"/>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4" name="Google Shape;134;p26"/>
          <p:cNvSpPr txBox="1"/>
          <p:nvPr>
            <p:ph idx="8" type="subTitle"/>
          </p:nvPr>
        </p:nvSpPr>
        <p:spPr>
          <a:xfrm>
            <a:off x="3419274" y="1854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 name="Google Shape;135;p26"/>
          <p:cNvSpPr txBox="1"/>
          <p:nvPr>
            <p:ph idx="9" type="subTitle"/>
          </p:nvPr>
        </p:nvSpPr>
        <p:spPr>
          <a:xfrm>
            <a:off x="6118550" y="1854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 name="Google Shape;136;p26"/>
          <p:cNvSpPr txBox="1"/>
          <p:nvPr>
            <p:ph idx="13" type="subTitle"/>
          </p:nvPr>
        </p:nvSpPr>
        <p:spPr>
          <a:xfrm>
            <a:off x="720000" y="3527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7" name="Google Shape;137;p26"/>
          <p:cNvSpPr txBox="1"/>
          <p:nvPr>
            <p:ph idx="14" type="subTitle"/>
          </p:nvPr>
        </p:nvSpPr>
        <p:spPr>
          <a:xfrm>
            <a:off x="3419275" y="3527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8" name="Google Shape;138;p26"/>
          <p:cNvSpPr txBox="1"/>
          <p:nvPr>
            <p:ph idx="15" type="subTitle"/>
          </p:nvPr>
        </p:nvSpPr>
        <p:spPr>
          <a:xfrm>
            <a:off x="6118550" y="3527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39" name="Google Shape;139;p26"/>
          <p:cNvPicPr preferRelativeResize="0"/>
          <p:nvPr/>
        </p:nvPicPr>
        <p:blipFill>
          <a:blip r:embed="rId3">
            <a:alphaModFix/>
          </a:blip>
          <a:stretch>
            <a:fillRect/>
          </a:stretch>
        </p:blipFill>
        <p:spPr>
          <a:xfrm>
            <a:off x="6754463" y="-300750"/>
            <a:ext cx="1900950" cy="1900950"/>
          </a:xfrm>
          <a:prstGeom prst="rect">
            <a:avLst/>
          </a:prstGeom>
          <a:noFill/>
          <a:ln>
            <a:noFill/>
          </a:ln>
        </p:spPr>
      </p:pic>
      <p:pic>
        <p:nvPicPr>
          <p:cNvPr id="140" name="Google Shape;140;p26"/>
          <p:cNvPicPr preferRelativeResize="0"/>
          <p:nvPr/>
        </p:nvPicPr>
        <p:blipFill>
          <a:blip r:embed="rId3">
            <a:alphaModFix amt="23000"/>
          </a:blip>
          <a:stretch>
            <a:fillRect/>
          </a:stretch>
        </p:blipFill>
        <p:spPr>
          <a:xfrm>
            <a:off x="-446250" y="3653525"/>
            <a:ext cx="1900950" cy="1900950"/>
          </a:xfrm>
          <a:prstGeom prst="rect">
            <a:avLst/>
          </a:prstGeom>
          <a:noFill/>
          <a:ln>
            <a:noFill/>
          </a:ln>
        </p:spPr>
      </p:pic>
      <p:pic>
        <p:nvPicPr>
          <p:cNvPr id="141" name="Google Shape;141;p26"/>
          <p:cNvPicPr preferRelativeResize="0"/>
          <p:nvPr/>
        </p:nvPicPr>
        <p:blipFill>
          <a:blip r:embed="rId3">
            <a:alphaModFix amt="36000"/>
          </a:blip>
          <a:stretch>
            <a:fillRect/>
          </a:stretch>
        </p:blipFill>
        <p:spPr>
          <a:xfrm>
            <a:off x="8206138" y="1492400"/>
            <a:ext cx="1900950" cy="190095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2" name="Shape 142"/>
        <p:cNvGrpSpPr/>
        <p:nvPr/>
      </p:nvGrpSpPr>
      <p:grpSpPr>
        <a:xfrm>
          <a:off x="0" y="0"/>
          <a:ext cx="0" cy="0"/>
          <a:chOff x="0" y="0"/>
          <a:chExt cx="0" cy="0"/>
        </a:xfrm>
      </p:grpSpPr>
      <p:pic>
        <p:nvPicPr>
          <p:cNvPr id="143" name="Google Shape;143;p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4" name="Google Shape;144;p27"/>
          <p:cNvSpPr txBox="1"/>
          <p:nvPr>
            <p:ph type="title"/>
          </p:nvPr>
        </p:nvSpPr>
        <p:spPr>
          <a:xfrm>
            <a:off x="3052375" y="3100300"/>
            <a:ext cx="53784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2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45" name="Google Shape;145;p27"/>
          <p:cNvSpPr txBox="1"/>
          <p:nvPr>
            <p:ph idx="1" type="subTitle"/>
          </p:nvPr>
        </p:nvSpPr>
        <p:spPr>
          <a:xfrm>
            <a:off x="1578475" y="1126425"/>
            <a:ext cx="6852300" cy="18633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46" name="Google Shape;146;p27"/>
          <p:cNvPicPr preferRelativeResize="0"/>
          <p:nvPr/>
        </p:nvPicPr>
        <p:blipFill>
          <a:blip r:embed="rId3">
            <a:alphaModFix amt="86000"/>
          </a:blip>
          <a:stretch>
            <a:fillRect/>
          </a:stretch>
        </p:blipFill>
        <p:spPr>
          <a:xfrm>
            <a:off x="3771963" y="-645675"/>
            <a:ext cx="1900950" cy="1900950"/>
          </a:xfrm>
          <a:prstGeom prst="rect">
            <a:avLst/>
          </a:prstGeom>
          <a:noFill/>
          <a:ln>
            <a:noFill/>
          </a:ln>
        </p:spPr>
      </p:pic>
      <p:pic>
        <p:nvPicPr>
          <p:cNvPr id="147" name="Google Shape;147;p27"/>
          <p:cNvPicPr preferRelativeResize="0"/>
          <p:nvPr/>
        </p:nvPicPr>
        <p:blipFill>
          <a:blip r:embed="rId3">
            <a:alphaModFix amt="24000"/>
          </a:blip>
          <a:stretch>
            <a:fillRect/>
          </a:stretch>
        </p:blipFill>
        <p:spPr>
          <a:xfrm>
            <a:off x="-12" y="2662025"/>
            <a:ext cx="1900950" cy="1900950"/>
          </a:xfrm>
          <a:prstGeom prst="rect">
            <a:avLst/>
          </a:prstGeom>
          <a:noFill/>
          <a:ln>
            <a:noFill/>
          </a:ln>
        </p:spPr>
      </p:pic>
      <p:pic>
        <p:nvPicPr>
          <p:cNvPr id="148" name="Google Shape;148;p27"/>
          <p:cNvPicPr preferRelativeResize="0"/>
          <p:nvPr/>
        </p:nvPicPr>
        <p:blipFill>
          <a:blip r:embed="rId3">
            <a:alphaModFix amt="35000"/>
          </a:blip>
          <a:stretch>
            <a:fillRect/>
          </a:stretch>
        </p:blipFill>
        <p:spPr>
          <a:xfrm>
            <a:off x="7975875" y="3653525"/>
            <a:ext cx="1900950" cy="190095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9" name="Shape 149"/>
        <p:cNvGrpSpPr/>
        <p:nvPr/>
      </p:nvGrpSpPr>
      <p:grpSpPr>
        <a:xfrm>
          <a:off x="0" y="0"/>
          <a:ext cx="0" cy="0"/>
          <a:chOff x="0" y="0"/>
          <a:chExt cx="0" cy="0"/>
        </a:xfrm>
      </p:grpSpPr>
      <p:pic>
        <p:nvPicPr>
          <p:cNvPr id="150" name="Google Shape;150;p28"/>
          <p:cNvPicPr preferRelativeResize="0"/>
          <p:nvPr/>
        </p:nvPicPr>
        <p:blipFill>
          <a:blip r:embed="rId2">
            <a:alphaModFix amt="86000"/>
          </a:blip>
          <a:stretch>
            <a:fillRect/>
          </a:stretch>
        </p:blipFill>
        <p:spPr>
          <a:xfrm>
            <a:off x="2890038" y="-128350"/>
            <a:ext cx="1900950" cy="1900950"/>
          </a:xfrm>
          <a:prstGeom prst="rect">
            <a:avLst/>
          </a:prstGeom>
          <a:noFill/>
          <a:ln>
            <a:noFill/>
          </a:ln>
        </p:spPr>
      </p:pic>
      <p:pic>
        <p:nvPicPr>
          <p:cNvPr id="151" name="Google Shape;151;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52" name="Google Shape;152;p28"/>
          <p:cNvSpPr txBox="1"/>
          <p:nvPr>
            <p:ph type="title"/>
          </p:nvPr>
        </p:nvSpPr>
        <p:spPr>
          <a:xfrm>
            <a:off x="4653875" y="1485275"/>
            <a:ext cx="3519600" cy="11163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3" name="Google Shape;153;p28"/>
          <p:cNvSpPr txBox="1"/>
          <p:nvPr>
            <p:ph idx="1" type="subTitle"/>
          </p:nvPr>
        </p:nvSpPr>
        <p:spPr>
          <a:xfrm>
            <a:off x="4653875" y="2897725"/>
            <a:ext cx="3519600" cy="76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4" name="Google Shape;154;p28"/>
          <p:cNvSpPr/>
          <p:nvPr>
            <p:ph idx="2" type="pic"/>
          </p:nvPr>
        </p:nvSpPr>
        <p:spPr>
          <a:xfrm flipH="1">
            <a:off x="970512" y="1012925"/>
            <a:ext cx="3117600" cy="3117600"/>
          </a:xfrm>
          <a:prstGeom prst="rect">
            <a:avLst/>
          </a:prstGeom>
          <a:noFill/>
          <a:ln cap="flat" cmpd="sng" w="9525">
            <a:solidFill>
              <a:schemeClr val="dk1"/>
            </a:solidFill>
            <a:prstDash val="solid"/>
            <a:round/>
            <a:headEnd len="sm" w="sm" type="none"/>
            <a:tailEnd len="sm" w="sm" type="none"/>
          </a:ln>
        </p:spPr>
      </p:sp>
      <p:pic>
        <p:nvPicPr>
          <p:cNvPr id="155" name="Google Shape;155;p28"/>
          <p:cNvPicPr preferRelativeResize="0"/>
          <p:nvPr/>
        </p:nvPicPr>
        <p:blipFill>
          <a:blip r:embed="rId2">
            <a:alphaModFix amt="25000"/>
          </a:blip>
          <a:stretch>
            <a:fillRect/>
          </a:stretch>
        </p:blipFill>
        <p:spPr>
          <a:xfrm>
            <a:off x="-237250" y="3166675"/>
            <a:ext cx="1900950" cy="1900950"/>
          </a:xfrm>
          <a:prstGeom prst="rect">
            <a:avLst/>
          </a:prstGeom>
          <a:noFill/>
          <a:ln>
            <a:noFill/>
          </a:ln>
        </p:spPr>
      </p:pic>
      <p:pic>
        <p:nvPicPr>
          <p:cNvPr id="156" name="Google Shape;156;p28"/>
          <p:cNvPicPr preferRelativeResize="0"/>
          <p:nvPr/>
        </p:nvPicPr>
        <p:blipFill>
          <a:blip r:embed="rId2">
            <a:alphaModFix amt="75000"/>
          </a:blip>
          <a:stretch>
            <a:fillRect/>
          </a:stretch>
        </p:blipFill>
        <p:spPr>
          <a:xfrm>
            <a:off x="8173463" y="3242550"/>
            <a:ext cx="1900950" cy="190095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57" name="Shape 157"/>
        <p:cNvGrpSpPr/>
        <p:nvPr/>
      </p:nvGrpSpPr>
      <p:grpSpPr>
        <a:xfrm>
          <a:off x="0" y="0"/>
          <a:ext cx="0" cy="0"/>
          <a:chOff x="0" y="0"/>
          <a:chExt cx="0" cy="0"/>
        </a:xfrm>
      </p:grpSpPr>
      <p:pic>
        <p:nvPicPr>
          <p:cNvPr id="158" name="Google Shape;158;p29"/>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9" name="Google Shape;159;p29"/>
          <p:cNvSpPr txBox="1"/>
          <p:nvPr>
            <p:ph type="title"/>
          </p:nvPr>
        </p:nvSpPr>
        <p:spPr>
          <a:xfrm>
            <a:off x="1303200" y="967288"/>
            <a:ext cx="6537600" cy="927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0" name="Google Shape;160;p29"/>
          <p:cNvSpPr txBox="1"/>
          <p:nvPr>
            <p:ph idx="1" type="subTitle"/>
          </p:nvPr>
        </p:nvSpPr>
        <p:spPr>
          <a:xfrm>
            <a:off x="1303200" y="1966113"/>
            <a:ext cx="6537600" cy="2210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61" name="Google Shape;161;p29"/>
          <p:cNvPicPr preferRelativeResize="0"/>
          <p:nvPr/>
        </p:nvPicPr>
        <p:blipFill>
          <a:blip r:embed="rId3">
            <a:alphaModFix amt="25000"/>
          </a:blip>
          <a:stretch>
            <a:fillRect/>
          </a:stretch>
        </p:blipFill>
        <p:spPr>
          <a:xfrm>
            <a:off x="-542000" y="-594325"/>
            <a:ext cx="1900950" cy="1900950"/>
          </a:xfrm>
          <a:prstGeom prst="rect">
            <a:avLst/>
          </a:prstGeom>
          <a:noFill/>
          <a:ln>
            <a:noFill/>
          </a:ln>
        </p:spPr>
      </p:pic>
      <p:pic>
        <p:nvPicPr>
          <p:cNvPr id="162" name="Google Shape;162;p29"/>
          <p:cNvPicPr preferRelativeResize="0"/>
          <p:nvPr/>
        </p:nvPicPr>
        <p:blipFill>
          <a:blip r:embed="rId3">
            <a:alphaModFix amt="75000"/>
          </a:blip>
          <a:stretch>
            <a:fillRect/>
          </a:stretch>
        </p:blipFill>
        <p:spPr>
          <a:xfrm>
            <a:off x="2921263" y="3915800"/>
            <a:ext cx="2210100" cy="2210100"/>
          </a:xfrm>
          <a:prstGeom prst="rect">
            <a:avLst/>
          </a:prstGeom>
          <a:noFill/>
          <a:ln>
            <a:noFill/>
          </a:ln>
        </p:spPr>
      </p:pic>
      <p:pic>
        <p:nvPicPr>
          <p:cNvPr id="163" name="Google Shape;163;p29"/>
          <p:cNvPicPr preferRelativeResize="0"/>
          <p:nvPr/>
        </p:nvPicPr>
        <p:blipFill>
          <a:blip r:embed="rId3">
            <a:alphaModFix amt="25000"/>
          </a:blip>
          <a:stretch>
            <a:fillRect/>
          </a:stretch>
        </p:blipFill>
        <p:spPr>
          <a:xfrm>
            <a:off x="8065775" y="1046100"/>
            <a:ext cx="1900950" cy="190095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64" name="Shape 164"/>
        <p:cNvGrpSpPr/>
        <p:nvPr/>
      </p:nvGrpSpPr>
      <p:grpSpPr>
        <a:xfrm>
          <a:off x="0" y="0"/>
          <a:ext cx="0" cy="0"/>
          <a:chOff x="0" y="0"/>
          <a:chExt cx="0" cy="0"/>
        </a:xfrm>
      </p:grpSpPr>
      <p:pic>
        <p:nvPicPr>
          <p:cNvPr id="165" name="Google Shape;165;p30"/>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6" name="Google Shape;166;p3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7" name="Google Shape;167;p3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68" name="Google Shape;168;p30"/>
          <p:cNvPicPr preferRelativeResize="0"/>
          <p:nvPr/>
        </p:nvPicPr>
        <p:blipFill>
          <a:blip r:embed="rId3">
            <a:alphaModFix amt="60000"/>
          </a:blip>
          <a:stretch>
            <a:fillRect/>
          </a:stretch>
        </p:blipFill>
        <p:spPr>
          <a:xfrm>
            <a:off x="7662150" y="799800"/>
            <a:ext cx="1900950" cy="1900950"/>
          </a:xfrm>
          <a:prstGeom prst="rect">
            <a:avLst/>
          </a:prstGeom>
          <a:noFill/>
          <a:ln>
            <a:noFill/>
          </a:ln>
        </p:spPr>
      </p:pic>
      <p:pic>
        <p:nvPicPr>
          <p:cNvPr id="169" name="Google Shape;169;p30"/>
          <p:cNvPicPr preferRelativeResize="0"/>
          <p:nvPr/>
        </p:nvPicPr>
        <p:blipFill>
          <a:blip r:embed="rId3">
            <a:alphaModFix amt="30000"/>
          </a:blip>
          <a:stretch>
            <a:fillRect/>
          </a:stretch>
        </p:blipFill>
        <p:spPr>
          <a:xfrm>
            <a:off x="713225" y="3653525"/>
            <a:ext cx="1900950" cy="1900950"/>
          </a:xfrm>
          <a:prstGeom prst="rect">
            <a:avLst/>
          </a:prstGeom>
          <a:noFill/>
          <a:ln>
            <a:noFill/>
          </a:ln>
        </p:spPr>
      </p:pic>
      <p:pic>
        <p:nvPicPr>
          <p:cNvPr id="170" name="Google Shape;170;p30"/>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171" name="Google Shape;171;p30"/>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172" name="Google Shape;172;p30"/>
          <p:cNvPicPr preferRelativeResize="0"/>
          <p:nvPr/>
        </p:nvPicPr>
        <p:blipFill>
          <a:blip r:embed="rId3">
            <a:alphaModFix amt="30000"/>
          </a:blip>
          <a:stretch>
            <a:fillRect/>
          </a:stretch>
        </p:blipFill>
        <p:spPr>
          <a:xfrm>
            <a:off x="713225" y="3653525"/>
            <a:ext cx="1900950" cy="190095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73" name="Shape 173"/>
        <p:cNvGrpSpPr/>
        <p:nvPr/>
      </p:nvGrpSpPr>
      <p:grpSpPr>
        <a:xfrm>
          <a:off x="0" y="0"/>
          <a:ext cx="0" cy="0"/>
          <a:chOff x="0" y="0"/>
          <a:chExt cx="0" cy="0"/>
        </a:xfrm>
      </p:grpSpPr>
      <p:pic>
        <p:nvPicPr>
          <p:cNvPr id="174" name="Google Shape;174;p3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75" name="Google Shape;175;p31"/>
          <p:cNvSpPr txBox="1"/>
          <p:nvPr>
            <p:ph type="title"/>
          </p:nvPr>
        </p:nvSpPr>
        <p:spPr>
          <a:xfrm>
            <a:off x="4837200" y="1501200"/>
            <a:ext cx="35934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6" name="Google Shape;176;p31"/>
          <p:cNvSpPr txBox="1"/>
          <p:nvPr>
            <p:ph idx="1" type="subTitle"/>
          </p:nvPr>
        </p:nvSpPr>
        <p:spPr>
          <a:xfrm>
            <a:off x="4837371" y="2562000"/>
            <a:ext cx="3593400" cy="1080300"/>
          </a:xfrm>
          <a:prstGeom prst="rect">
            <a:avLst/>
          </a:prstGeom>
        </p:spPr>
        <p:txBody>
          <a:bodyPr anchorCtr="0" anchor="t" bIns="91425" lIns="91425" spcFirstLastPara="1" rIns="91425" wrap="square" tIns="91425">
            <a:noAutofit/>
          </a:bodyPr>
          <a:lstStyle>
            <a:lvl1pPr lvl="0" algn="r">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77" name="Google Shape;177;p31"/>
          <p:cNvPicPr preferRelativeResize="0"/>
          <p:nvPr/>
        </p:nvPicPr>
        <p:blipFill>
          <a:blip r:embed="rId3">
            <a:alphaModFix/>
          </a:blip>
          <a:stretch>
            <a:fillRect/>
          </a:stretch>
        </p:blipFill>
        <p:spPr>
          <a:xfrm flipH="1" rot="10800000">
            <a:off x="-237250" y="3653525"/>
            <a:ext cx="1900950" cy="1900950"/>
          </a:xfrm>
          <a:prstGeom prst="rect">
            <a:avLst/>
          </a:prstGeom>
          <a:noFill/>
          <a:ln>
            <a:noFill/>
          </a:ln>
        </p:spPr>
      </p:pic>
      <p:pic>
        <p:nvPicPr>
          <p:cNvPr id="178" name="Google Shape;178;p31"/>
          <p:cNvPicPr preferRelativeResize="0"/>
          <p:nvPr/>
        </p:nvPicPr>
        <p:blipFill>
          <a:blip r:embed="rId3">
            <a:alphaModFix amt="30000"/>
          </a:blip>
          <a:stretch>
            <a:fillRect/>
          </a:stretch>
        </p:blipFill>
        <p:spPr>
          <a:xfrm flipH="1" rot="10800000">
            <a:off x="449100" y="-470025"/>
            <a:ext cx="1900950" cy="1900950"/>
          </a:xfrm>
          <a:prstGeom prst="rect">
            <a:avLst/>
          </a:prstGeom>
          <a:noFill/>
          <a:ln>
            <a:noFill/>
          </a:ln>
        </p:spPr>
      </p:pic>
      <p:pic>
        <p:nvPicPr>
          <p:cNvPr id="179" name="Google Shape;179;p31"/>
          <p:cNvPicPr preferRelativeResize="0"/>
          <p:nvPr/>
        </p:nvPicPr>
        <p:blipFill>
          <a:blip r:embed="rId3">
            <a:alphaModFix amt="60000"/>
          </a:blip>
          <a:stretch>
            <a:fillRect/>
          </a:stretch>
        </p:blipFill>
        <p:spPr>
          <a:xfrm flipH="1" rot="10800000">
            <a:off x="7662150" y="-250975"/>
            <a:ext cx="1900950" cy="190095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80" name="Shape 180"/>
        <p:cNvGrpSpPr/>
        <p:nvPr/>
      </p:nvGrpSpPr>
      <p:grpSpPr>
        <a:xfrm>
          <a:off x="0" y="0"/>
          <a:ext cx="0" cy="0"/>
          <a:chOff x="0" y="0"/>
          <a:chExt cx="0" cy="0"/>
        </a:xfrm>
      </p:grpSpPr>
      <p:pic>
        <p:nvPicPr>
          <p:cNvPr id="181" name="Google Shape;181;p3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2" name="Google Shape;182;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3" name="Google Shape;183;p32"/>
          <p:cNvSpPr txBox="1"/>
          <p:nvPr>
            <p:ph idx="1" type="subTitle"/>
          </p:nvPr>
        </p:nvSpPr>
        <p:spPr>
          <a:xfrm>
            <a:off x="4911372" y="2463900"/>
            <a:ext cx="3054900" cy="77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4" name="Google Shape;184;p32"/>
          <p:cNvSpPr txBox="1"/>
          <p:nvPr>
            <p:ph idx="2" type="subTitle"/>
          </p:nvPr>
        </p:nvSpPr>
        <p:spPr>
          <a:xfrm>
            <a:off x="1177697" y="2463900"/>
            <a:ext cx="3054900" cy="77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85" name="Google Shape;185;p32"/>
          <p:cNvSpPr txBox="1"/>
          <p:nvPr>
            <p:ph idx="3" type="subTitle"/>
          </p:nvPr>
        </p:nvSpPr>
        <p:spPr>
          <a:xfrm>
            <a:off x="1177698" y="1905000"/>
            <a:ext cx="3054900" cy="5589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6" name="Google Shape;186;p32"/>
          <p:cNvSpPr txBox="1"/>
          <p:nvPr>
            <p:ph idx="4" type="subTitle"/>
          </p:nvPr>
        </p:nvSpPr>
        <p:spPr>
          <a:xfrm>
            <a:off x="4911403" y="1905000"/>
            <a:ext cx="3054900" cy="5589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187" name="Google Shape;187;p32"/>
          <p:cNvPicPr preferRelativeResize="0"/>
          <p:nvPr/>
        </p:nvPicPr>
        <p:blipFill>
          <a:blip r:embed="rId3">
            <a:alphaModFix/>
          </a:blip>
          <a:stretch>
            <a:fillRect/>
          </a:stretch>
        </p:blipFill>
        <p:spPr>
          <a:xfrm>
            <a:off x="-926975" y="-462675"/>
            <a:ext cx="1900950" cy="1900950"/>
          </a:xfrm>
          <a:prstGeom prst="rect">
            <a:avLst/>
          </a:prstGeom>
          <a:noFill/>
          <a:ln>
            <a:noFill/>
          </a:ln>
        </p:spPr>
      </p:pic>
      <p:pic>
        <p:nvPicPr>
          <p:cNvPr id="188" name="Google Shape;188;p32"/>
          <p:cNvPicPr preferRelativeResize="0"/>
          <p:nvPr/>
        </p:nvPicPr>
        <p:blipFill>
          <a:blip r:embed="rId3">
            <a:alphaModFix amt="30000"/>
          </a:blip>
          <a:stretch>
            <a:fillRect/>
          </a:stretch>
        </p:blipFill>
        <p:spPr>
          <a:xfrm>
            <a:off x="199600" y="3653525"/>
            <a:ext cx="1900950" cy="1900950"/>
          </a:xfrm>
          <a:prstGeom prst="rect">
            <a:avLst/>
          </a:prstGeom>
          <a:noFill/>
          <a:ln>
            <a:noFill/>
          </a:ln>
        </p:spPr>
      </p:pic>
      <p:pic>
        <p:nvPicPr>
          <p:cNvPr id="189" name="Google Shape;189;p32"/>
          <p:cNvPicPr preferRelativeResize="0"/>
          <p:nvPr/>
        </p:nvPicPr>
        <p:blipFill>
          <a:blip r:embed="rId3">
            <a:alphaModFix amt="60000"/>
          </a:blip>
          <a:stretch>
            <a:fillRect/>
          </a:stretch>
        </p:blipFill>
        <p:spPr>
          <a:xfrm>
            <a:off x="7735525" y="445025"/>
            <a:ext cx="1900950" cy="19009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0" name="Shape 190"/>
        <p:cNvGrpSpPr/>
        <p:nvPr/>
      </p:nvGrpSpPr>
      <p:grpSpPr>
        <a:xfrm>
          <a:off x="0" y="0"/>
          <a:ext cx="0" cy="0"/>
          <a:chOff x="0" y="0"/>
          <a:chExt cx="0" cy="0"/>
        </a:xfrm>
      </p:grpSpPr>
      <p:pic>
        <p:nvPicPr>
          <p:cNvPr id="191" name="Google Shape;191;p3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2" name="Google Shape;192;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3" name="Google Shape;193;p33"/>
          <p:cNvSpPr txBox="1"/>
          <p:nvPr>
            <p:ph idx="1" type="subTitle"/>
          </p:nvPr>
        </p:nvSpPr>
        <p:spPr>
          <a:xfrm>
            <a:off x="4947753"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94" name="Google Shape;194;p33"/>
          <p:cNvSpPr txBox="1"/>
          <p:nvPr>
            <p:ph idx="2" type="subTitle"/>
          </p:nvPr>
        </p:nvSpPr>
        <p:spPr>
          <a:xfrm>
            <a:off x="1155450"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195" name="Google Shape;195;p33"/>
          <p:cNvPicPr preferRelativeResize="0"/>
          <p:nvPr/>
        </p:nvPicPr>
        <p:blipFill>
          <a:blip r:embed="rId3">
            <a:alphaModFix amt="52999"/>
          </a:blip>
          <a:stretch>
            <a:fillRect/>
          </a:stretch>
        </p:blipFill>
        <p:spPr>
          <a:xfrm>
            <a:off x="-465850" y="3764250"/>
            <a:ext cx="1900950" cy="1900950"/>
          </a:xfrm>
          <a:prstGeom prst="rect">
            <a:avLst/>
          </a:prstGeom>
          <a:noFill/>
          <a:ln>
            <a:noFill/>
          </a:ln>
        </p:spPr>
      </p:pic>
      <p:pic>
        <p:nvPicPr>
          <p:cNvPr id="196" name="Google Shape;196;p33"/>
          <p:cNvPicPr preferRelativeResize="0"/>
          <p:nvPr/>
        </p:nvPicPr>
        <p:blipFill>
          <a:blip r:embed="rId3">
            <a:alphaModFix amt="60000"/>
          </a:blip>
          <a:stretch>
            <a:fillRect/>
          </a:stretch>
        </p:blipFill>
        <p:spPr>
          <a:xfrm>
            <a:off x="8322550" y="1489975"/>
            <a:ext cx="1900950" cy="1900950"/>
          </a:xfrm>
          <a:prstGeom prst="rect">
            <a:avLst/>
          </a:prstGeom>
          <a:noFill/>
          <a:ln>
            <a:noFill/>
          </a:ln>
        </p:spPr>
      </p:pic>
      <p:pic>
        <p:nvPicPr>
          <p:cNvPr id="197" name="Google Shape;197;p33"/>
          <p:cNvPicPr preferRelativeResize="0"/>
          <p:nvPr/>
        </p:nvPicPr>
        <p:blipFill>
          <a:blip r:embed="rId3">
            <a:alphaModFix amt="76000"/>
          </a:blip>
          <a:stretch>
            <a:fillRect/>
          </a:stretch>
        </p:blipFill>
        <p:spPr>
          <a:xfrm>
            <a:off x="7480300" y="-969775"/>
            <a:ext cx="1900950" cy="19009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8" name="Shape 198"/>
        <p:cNvGrpSpPr/>
        <p:nvPr/>
      </p:nvGrpSpPr>
      <p:grpSpPr>
        <a:xfrm>
          <a:off x="0" y="0"/>
          <a:ext cx="0" cy="0"/>
          <a:chOff x="0" y="0"/>
          <a:chExt cx="0" cy="0"/>
        </a:xfrm>
      </p:grpSpPr>
      <p:pic>
        <p:nvPicPr>
          <p:cNvPr id="199" name="Google Shape;199;p3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00" name="Google Shape;200;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1" name="Google Shape;201;p34"/>
          <p:cNvSpPr txBox="1"/>
          <p:nvPr>
            <p:ph idx="1" type="subTitle"/>
          </p:nvPr>
        </p:nvSpPr>
        <p:spPr>
          <a:xfrm>
            <a:off x="720059" y="1734240"/>
            <a:ext cx="6874200" cy="444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2" name="Google Shape;202;p34"/>
          <p:cNvSpPr txBox="1"/>
          <p:nvPr>
            <p:ph idx="2" type="subTitle"/>
          </p:nvPr>
        </p:nvSpPr>
        <p:spPr>
          <a:xfrm>
            <a:off x="719992" y="2841520"/>
            <a:ext cx="6874200" cy="444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3" name="Google Shape;203;p34"/>
          <p:cNvSpPr txBox="1"/>
          <p:nvPr>
            <p:ph idx="3" type="subTitle"/>
          </p:nvPr>
        </p:nvSpPr>
        <p:spPr>
          <a:xfrm>
            <a:off x="719925" y="3948800"/>
            <a:ext cx="6874200" cy="444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04" name="Google Shape;204;p34"/>
          <p:cNvSpPr txBox="1"/>
          <p:nvPr>
            <p:ph idx="4" type="subTitle"/>
          </p:nvPr>
        </p:nvSpPr>
        <p:spPr>
          <a:xfrm>
            <a:off x="720059" y="1371125"/>
            <a:ext cx="6874200" cy="363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5" name="Google Shape;205;p34"/>
          <p:cNvSpPr txBox="1"/>
          <p:nvPr>
            <p:ph idx="5" type="subTitle"/>
          </p:nvPr>
        </p:nvSpPr>
        <p:spPr>
          <a:xfrm>
            <a:off x="720002" y="2478398"/>
            <a:ext cx="6874200" cy="363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6" name="Google Shape;206;p34"/>
          <p:cNvSpPr txBox="1"/>
          <p:nvPr>
            <p:ph idx="6" type="subTitle"/>
          </p:nvPr>
        </p:nvSpPr>
        <p:spPr>
          <a:xfrm>
            <a:off x="719925" y="3585672"/>
            <a:ext cx="6874200" cy="363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207" name="Google Shape;207;p34"/>
          <p:cNvPicPr preferRelativeResize="0"/>
          <p:nvPr/>
        </p:nvPicPr>
        <p:blipFill>
          <a:blip r:embed="rId3">
            <a:alphaModFix amt="60000"/>
          </a:blip>
          <a:stretch>
            <a:fillRect/>
          </a:stretch>
        </p:blipFill>
        <p:spPr>
          <a:xfrm flipH="1" rot="10800000">
            <a:off x="-1187725" y="1584575"/>
            <a:ext cx="1900950" cy="1900950"/>
          </a:xfrm>
          <a:prstGeom prst="rect">
            <a:avLst/>
          </a:prstGeom>
          <a:noFill/>
          <a:ln>
            <a:noFill/>
          </a:ln>
        </p:spPr>
      </p:pic>
      <p:pic>
        <p:nvPicPr>
          <p:cNvPr id="208" name="Google Shape;208;p34"/>
          <p:cNvPicPr preferRelativeResize="0"/>
          <p:nvPr/>
        </p:nvPicPr>
        <p:blipFill>
          <a:blip r:embed="rId3">
            <a:alphaModFix amt="30000"/>
          </a:blip>
          <a:stretch>
            <a:fillRect/>
          </a:stretch>
        </p:blipFill>
        <p:spPr>
          <a:xfrm flipH="1" rot="10800000">
            <a:off x="3919650" y="-921125"/>
            <a:ext cx="1900950" cy="1900950"/>
          </a:xfrm>
          <a:prstGeom prst="rect">
            <a:avLst/>
          </a:prstGeom>
          <a:noFill/>
          <a:ln>
            <a:noFill/>
          </a:ln>
        </p:spPr>
      </p:pic>
      <p:pic>
        <p:nvPicPr>
          <p:cNvPr id="209" name="Google Shape;209;p34"/>
          <p:cNvPicPr preferRelativeResize="0"/>
          <p:nvPr/>
        </p:nvPicPr>
        <p:blipFill>
          <a:blip r:embed="rId3">
            <a:alphaModFix/>
          </a:blip>
          <a:stretch>
            <a:fillRect/>
          </a:stretch>
        </p:blipFill>
        <p:spPr>
          <a:xfrm flipH="1" rot="10800000">
            <a:off x="7997825" y="3714000"/>
            <a:ext cx="1900950" cy="1900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0" name="Shape 210"/>
        <p:cNvGrpSpPr/>
        <p:nvPr/>
      </p:nvGrpSpPr>
      <p:grpSpPr>
        <a:xfrm>
          <a:off x="0" y="0"/>
          <a:ext cx="0" cy="0"/>
          <a:chOff x="0" y="0"/>
          <a:chExt cx="0" cy="0"/>
        </a:xfrm>
      </p:grpSpPr>
      <p:pic>
        <p:nvPicPr>
          <p:cNvPr id="211" name="Google Shape;211;p3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12" name="Google Shape;212;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3" name="Google Shape;213;p35"/>
          <p:cNvSpPr txBox="1"/>
          <p:nvPr>
            <p:ph idx="1" type="subTitle"/>
          </p:nvPr>
        </p:nvSpPr>
        <p:spPr>
          <a:xfrm>
            <a:off x="1253225" y="1685400"/>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4" name="Google Shape;214;p35"/>
          <p:cNvSpPr txBox="1"/>
          <p:nvPr>
            <p:ph idx="2" type="subTitle"/>
          </p:nvPr>
        </p:nvSpPr>
        <p:spPr>
          <a:xfrm>
            <a:off x="5079776" y="1685400"/>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5" name="Google Shape;215;p35"/>
          <p:cNvSpPr txBox="1"/>
          <p:nvPr>
            <p:ph idx="3" type="subTitle"/>
          </p:nvPr>
        </p:nvSpPr>
        <p:spPr>
          <a:xfrm>
            <a:off x="1253225" y="3345975"/>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6" name="Google Shape;216;p35"/>
          <p:cNvSpPr txBox="1"/>
          <p:nvPr>
            <p:ph idx="4" type="subTitle"/>
          </p:nvPr>
        </p:nvSpPr>
        <p:spPr>
          <a:xfrm>
            <a:off x="5079776" y="3345975"/>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17" name="Google Shape;217;p35"/>
          <p:cNvSpPr txBox="1"/>
          <p:nvPr>
            <p:ph idx="5" type="subTitle"/>
          </p:nvPr>
        </p:nvSpPr>
        <p:spPr>
          <a:xfrm>
            <a:off x="1253224" y="131585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18" name="Google Shape;218;p35"/>
          <p:cNvSpPr txBox="1"/>
          <p:nvPr>
            <p:ph idx="6" type="subTitle"/>
          </p:nvPr>
        </p:nvSpPr>
        <p:spPr>
          <a:xfrm>
            <a:off x="1253224" y="297650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19" name="Google Shape;219;p35"/>
          <p:cNvSpPr txBox="1"/>
          <p:nvPr>
            <p:ph idx="7" type="subTitle"/>
          </p:nvPr>
        </p:nvSpPr>
        <p:spPr>
          <a:xfrm>
            <a:off x="5079749" y="131585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20" name="Google Shape;220;p35"/>
          <p:cNvSpPr txBox="1"/>
          <p:nvPr>
            <p:ph idx="8" type="subTitle"/>
          </p:nvPr>
        </p:nvSpPr>
        <p:spPr>
          <a:xfrm>
            <a:off x="5079749" y="297650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pic>
        <p:nvPicPr>
          <p:cNvPr id="221" name="Google Shape;221;p35"/>
          <p:cNvPicPr preferRelativeResize="0"/>
          <p:nvPr/>
        </p:nvPicPr>
        <p:blipFill>
          <a:blip r:embed="rId3">
            <a:alphaModFix/>
          </a:blip>
          <a:stretch>
            <a:fillRect/>
          </a:stretch>
        </p:blipFill>
        <p:spPr>
          <a:xfrm>
            <a:off x="-1051700" y="799375"/>
            <a:ext cx="1900950" cy="1900950"/>
          </a:xfrm>
          <a:prstGeom prst="rect">
            <a:avLst/>
          </a:prstGeom>
          <a:noFill/>
          <a:ln>
            <a:noFill/>
          </a:ln>
        </p:spPr>
      </p:pic>
      <p:pic>
        <p:nvPicPr>
          <p:cNvPr id="222" name="Google Shape;222;p35"/>
          <p:cNvPicPr preferRelativeResize="0"/>
          <p:nvPr/>
        </p:nvPicPr>
        <p:blipFill>
          <a:blip r:embed="rId3">
            <a:alphaModFix amt="30000"/>
          </a:blip>
          <a:stretch>
            <a:fillRect/>
          </a:stretch>
        </p:blipFill>
        <p:spPr>
          <a:xfrm>
            <a:off x="6142725" y="4399275"/>
            <a:ext cx="1900950" cy="1900950"/>
          </a:xfrm>
          <a:prstGeom prst="rect">
            <a:avLst/>
          </a:prstGeom>
          <a:noFill/>
          <a:ln>
            <a:noFill/>
          </a:ln>
        </p:spPr>
      </p:pic>
      <p:pic>
        <p:nvPicPr>
          <p:cNvPr id="223" name="Google Shape;223;p35"/>
          <p:cNvPicPr preferRelativeResize="0"/>
          <p:nvPr/>
        </p:nvPicPr>
        <p:blipFill>
          <a:blip r:embed="rId3">
            <a:alphaModFix amt="60000"/>
          </a:blip>
          <a:stretch>
            <a:fillRect/>
          </a:stretch>
        </p:blipFill>
        <p:spPr>
          <a:xfrm>
            <a:off x="7948300" y="983825"/>
            <a:ext cx="1900950" cy="19009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4" name="Shape 224"/>
        <p:cNvGrpSpPr/>
        <p:nvPr/>
      </p:nvGrpSpPr>
      <p:grpSpPr>
        <a:xfrm>
          <a:off x="0" y="0"/>
          <a:ext cx="0" cy="0"/>
          <a:chOff x="0" y="0"/>
          <a:chExt cx="0" cy="0"/>
        </a:xfrm>
      </p:grpSpPr>
      <p:pic>
        <p:nvPicPr>
          <p:cNvPr id="225" name="Google Shape;225;p3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26" name="Google Shape;22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7" name="Google Shape;227;p36"/>
          <p:cNvSpPr txBox="1"/>
          <p:nvPr>
            <p:ph idx="1" type="subTitle"/>
          </p:nvPr>
        </p:nvSpPr>
        <p:spPr>
          <a:xfrm>
            <a:off x="720000" y="1930253"/>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8" name="Google Shape;228;p36"/>
          <p:cNvSpPr txBox="1"/>
          <p:nvPr>
            <p:ph idx="2" type="subTitle"/>
          </p:nvPr>
        </p:nvSpPr>
        <p:spPr>
          <a:xfrm>
            <a:off x="3493800" y="1930253"/>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9" name="Google Shape;229;p36"/>
          <p:cNvSpPr txBox="1"/>
          <p:nvPr>
            <p:ph idx="3" type="subTitle"/>
          </p:nvPr>
        </p:nvSpPr>
        <p:spPr>
          <a:xfrm>
            <a:off x="720000" y="3506475"/>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0" name="Google Shape;230;p36"/>
          <p:cNvSpPr txBox="1"/>
          <p:nvPr>
            <p:ph idx="4" type="subTitle"/>
          </p:nvPr>
        </p:nvSpPr>
        <p:spPr>
          <a:xfrm>
            <a:off x="3493800" y="3506475"/>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1" name="Google Shape;231;p36"/>
          <p:cNvSpPr txBox="1"/>
          <p:nvPr>
            <p:ph idx="5" type="subTitle"/>
          </p:nvPr>
        </p:nvSpPr>
        <p:spPr>
          <a:xfrm>
            <a:off x="6267600" y="1930253"/>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2" name="Google Shape;232;p36"/>
          <p:cNvSpPr txBox="1"/>
          <p:nvPr>
            <p:ph idx="6" type="subTitle"/>
          </p:nvPr>
        </p:nvSpPr>
        <p:spPr>
          <a:xfrm>
            <a:off x="6267600" y="3506475"/>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3" name="Google Shape;233;p36"/>
          <p:cNvSpPr txBox="1"/>
          <p:nvPr>
            <p:ph idx="7" type="subTitle"/>
          </p:nvPr>
        </p:nvSpPr>
        <p:spPr>
          <a:xfrm>
            <a:off x="720000" y="1556375"/>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4" name="Google Shape;234;p36"/>
          <p:cNvSpPr txBox="1"/>
          <p:nvPr>
            <p:ph idx="8" type="subTitle"/>
          </p:nvPr>
        </p:nvSpPr>
        <p:spPr>
          <a:xfrm>
            <a:off x="3493800" y="1556375"/>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5" name="Google Shape;235;p36"/>
          <p:cNvSpPr txBox="1"/>
          <p:nvPr>
            <p:ph idx="9" type="subTitle"/>
          </p:nvPr>
        </p:nvSpPr>
        <p:spPr>
          <a:xfrm>
            <a:off x="6267600" y="1556375"/>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6" name="Google Shape;236;p36"/>
          <p:cNvSpPr txBox="1"/>
          <p:nvPr>
            <p:ph idx="13" type="subTitle"/>
          </p:nvPr>
        </p:nvSpPr>
        <p:spPr>
          <a:xfrm>
            <a:off x="720000" y="3129377"/>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7" name="Google Shape;237;p36"/>
          <p:cNvSpPr txBox="1"/>
          <p:nvPr>
            <p:ph idx="14" type="subTitle"/>
          </p:nvPr>
        </p:nvSpPr>
        <p:spPr>
          <a:xfrm>
            <a:off x="3493800" y="3129377"/>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238" name="Google Shape;238;p36"/>
          <p:cNvSpPr txBox="1"/>
          <p:nvPr>
            <p:ph idx="15" type="subTitle"/>
          </p:nvPr>
        </p:nvSpPr>
        <p:spPr>
          <a:xfrm>
            <a:off x="6267600" y="3129377"/>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pic>
        <p:nvPicPr>
          <p:cNvPr id="239" name="Google Shape;239;p36"/>
          <p:cNvPicPr preferRelativeResize="0"/>
          <p:nvPr/>
        </p:nvPicPr>
        <p:blipFill>
          <a:blip r:embed="rId3">
            <a:alphaModFix amt="60000"/>
          </a:blip>
          <a:stretch>
            <a:fillRect/>
          </a:stretch>
        </p:blipFill>
        <p:spPr>
          <a:xfrm>
            <a:off x="8424000" y="1268875"/>
            <a:ext cx="1900950" cy="1900950"/>
          </a:xfrm>
          <a:prstGeom prst="rect">
            <a:avLst/>
          </a:prstGeom>
          <a:noFill/>
          <a:ln>
            <a:noFill/>
          </a:ln>
        </p:spPr>
      </p:pic>
      <p:pic>
        <p:nvPicPr>
          <p:cNvPr id="240" name="Google Shape;240;p36"/>
          <p:cNvPicPr preferRelativeResize="0"/>
          <p:nvPr/>
        </p:nvPicPr>
        <p:blipFill>
          <a:blip r:embed="rId3">
            <a:alphaModFix amt="30000"/>
          </a:blip>
          <a:stretch>
            <a:fillRect/>
          </a:stretch>
        </p:blipFill>
        <p:spPr>
          <a:xfrm>
            <a:off x="-901000" y="3800250"/>
            <a:ext cx="1900950" cy="1900950"/>
          </a:xfrm>
          <a:prstGeom prst="rect">
            <a:avLst/>
          </a:prstGeom>
          <a:noFill/>
          <a:ln>
            <a:noFill/>
          </a:ln>
        </p:spPr>
      </p:pic>
      <p:pic>
        <p:nvPicPr>
          <p:cNvPr id="241" name="Google Shape;241;p36"/>
          <p:cNvPicPr preferRelativeResize="0"/>
          <p:nvPr/>
        </p:nvPicPr>
        <p:blipFill>
          <a:blip r:embed="rId3">
            <a:alphaModFix/>
          </a:blip>
          <a:stretch>
            <a:fillRect/>
          </a:stretch>
        </p:blipFill>
        <p:spPr>
          <a:xfrm>
            <a:off x="7243050" y="-968725"/>
            <a:ext cx="1900950" cy="19009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2" name="Shape 242"/>
        <p:cNvGrpSpPr/>
        <p:nvPr/>
      </p:nvGrpSpPr>
      <p:grpSpPr>
        <a:xfrm>
          <a:off x="0" y="0"/>
          <a:ext cx="0" cy="0"/>
          <a:chOff x="0" y="0"/>
          <a:chExt cx="0" cy="0"/>
        </a:xfrm>
      </p:grpSpPr>
      <p:pic>
        <p:nvPicPr>
          <p:cNvPr id="243" name="Google Shape;243;p37"/>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4" name="Google Shape;244;p37"/>
          <p:cNvSpPr txBox="1"/>
          <p:nvPr>
            <p:ph hasCustomPrompt="1" type="title"/>
          </p:nvPr>
        </p:nvSpPr>
        <p:spPr>
          <a:xfrm>
            <a:off x="713225" y="618400"/>
            <a:ext cx="3872400" cy="7689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45" name="Google Shape;245;p37"/>
          <p:cNvSpPr txBox="1"/>
          <p:nvPr>
            <p:ph idx="1" type="subTitle"/>
          </p:nvPr>
        </p:nvSpPr>
        <p:spPr>
          <a:xfrm>
            <a:off x="713225" y="1354366"/>
            <a:ext cx="3872400" cy="46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6" name="Google Shape;246;p37"/>
          <p:cNvSpPr txBox="1"/>
          <p:nvPr>
            <p:ph hasCustomPrompt="1" idx="2" type="title"/>
          </p:nvPr>
        </p:nvSpPr>
        <p:spPr>
          <a:xfrm>
            <a:off x="2635800" y="1970661"/>
            <a:ext cx="3872400" cy="7689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47" name="Google Shape;247;p37"/>
          <p:cNvSpPr txBox="1"/>
          <p:nvPr>
            <p:ph idx="3" type="subTitle"/>
          </p:nvPr>
        </p:nvSpPr>
        <p:spPr>
          <a:xfrm>
            <a:off x="2635800" y="2706632"/>
            <a:ext cx="3872400" cy="46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8" name="Google Shape;248;p37"/>
          <p:cNvSpPr txBox="1"/>
          <p:nvPr>
            <p:ph hasCustomPrompt="1" idx="4" type="title"/>
          </p:nvPr>
        </p:nvSpPr>
        <p:spPr>
          <a:xfrm>
            <a:off x="4558375" y="3322922"/>
            <a:ext cx="3872400" cy="7689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49" name="Google Shape;249;p37"/>
          <p:cNvSpPr txBox="1"/>
          <p:nvPr>
            <p:ph idx="5" type="subTitle"/>
          </p:nvPr>
        </p:nvSpPr>
        <p:spPr>
          <a:xfrm>
            <a:off x="4558375" y="4058898"/>
            <a:ext cx="3872400" cy="46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pic>
        <p:nvPicPr>
          <p:cNvPr id="250" name="Google Shape;250;p37"/>
          <p:cNvPicPr preferRelativeResize="0"/>
          <p:nvPr/>
        </p:nvPicPr>
        <p:blipFill>
          <a:blip r:embed="rId3">
            <a:alphaModFix/>
          </a:blip>
          <a:stretch>
            <a:fillRect/>
          </a:stretch>
        </p:blipFill>
        <p:spPr>
          <a:xfrm>
            <a:off x="151650" y="2992800"/>
            <a:ext cx="1900950" cy="1900950"/>
          </a:xfrm>
          <a:prstGeom prst="rect">
            <a:avLst/>
          </a:prstGeom>
          <a:noFill/>
          <a:ln>
            <a:noFill/>
          </a:ln>
        </p:spPr>
      </p:pic>
      <p:pic>
        <p:nvPicPr>
          <p:cNvPr id="251" name="Google Shape;251;p37"/>
          <p:cNvPicPr preferRelativeResize="0"/>
          <p:nvPr/>
        </p:nvPicPr>
        <p:blipFill>
          <a:blip r:embed="rId3">
            <a:alphaModFix amt="30000"/>
          </a:blip>
          <a:stretch>
            <a:fillRect/>
          </a:stretch>
        </p:blipFill>
        <p:spPr>
          <a:xfrm>
            <a:off x="5365125" y="-809100"/>
            <a:ext cx="1900950" cy="1900950"/>
          </a:xfrm>
          <a:prstGeom prst="rect">
            <a:avLst/>
          </a:prstGeom>
          <a:noFill/>
          <a:ln>
            <a:noFill/>
          </a:ln>
        </p:spPr>
      </p:pic>
      <p:pic>
        <p:nvPicPr>
          <p:cNvPr id="252" name="Google Shape;252;p37"/>
          <p:cNvPicPr preferRelativeResize="0"/>
          <p:nvPr/>
        </p:nvPicPr>
        <p:blipFill>
          <a:blip r:embed="rId3">
            <a:alphaModFix amt="60000"/>
          </a:blip>
          <a:stretch>
            <a:fillRect/>
          </a:stretch>
        </p:blipFill>
        <p:spPr>
          <a:xfrm>
            <a:off x="7075150" y="1091850"/>
            <a:ext cx="1900950" cy="19009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53" name="Shape 253"/>
        <p:cNvGrpSpPr/>
        <p:nvPr/>
      </p:nvGrpSpPr>
      <p:grpSpPr>
        <a:xfrm>
          <a:off x="0" y="0"/>
          <a:ext cx="0" cy="0"/>
          <a:chOff x="0" y="0"/>
          <a:chExt cx="0" cy="0"/>
        </a:xfrm>
      </p:grpSpPr>
      <p:pic>
        <p:nvPicPr>
          <p:cNvPr id="254" name="Google Shape;254;p38"/>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5" name="Google Shape;255;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256" name="Google Shape;256;p38"/>
          <p:cNvPicPr preferRelativeResize="0"/>
          <p:nvPr/>
        </p:nvPicPr>
        <p:blipFill>
          <a:blip r:embed="rId3">
            <a:alphaModFix amt="36000"/>
          </a:blip>
          <a:stretch>
            <a:fillRect/>
          </a:stretch>
        </p:blipFill>
        <p:spPr>
          <a:xfrm>
            <a:off x="-772950" y="4004925"/>
            <a:ext cx="1900950" cy="1900950"/>
          </a:xfrm>
          <a:prstGeom prst="rect">
            <a:avLst/>
          </a:prstGeom>
          <a:noFill/>
          <a:ln>
            <a:noFill/>
          </a:ln>
        </p:spPr>
      </p:pic>
      <p:pic>
        <p:nvPicPr>
          <p:cNvPr id="257" name="Google Shape;257;p38"/>
          <p:cNvPicPr preferRelativeResize="0"/>
          <p:nvPr/>
        </p:nvPicPr>
        <p:blipFill>
          <a:blip r:embed="rId3">
            <a:alphaModFix amt="23000"/>
          </a:blip>
          <a:stretch>
            <a:fillRect/>
          </a:stretch>
        </p:blipFill>
        <p:spPr>
          <a:xfrm>
            <a:off x="8203800" y="2063000"/>
            <a:ext cx="1900950" cy="1900950"/>
          </a:xfrm>
          <a:prstGeom prst="rect">
            <a:avLst/>
          </a:prstGeom>
          <a:noFill/>
          <a:ln>
            <a:noFill/>
          </a:ln>
        </p:spPr>
      </p:pic>
      <p:pic>
        <p:nvPicPr>
          <p:cNvPr id="258" name="Google Shape;258;p38"/>
          <p:cNvPicPr preferRelativeResize="0"/>
          <p:nvPr/>
        </p:nvPicPr>
        <p:blipFill>
          <a:blip r:embed="rId3">
            <a:alphaModFix/>
          </a:blip>
          <a:stretch>
            <a:fillRect/>
          </a:stretch>
        </p:blipFill>
        <p:spPr>
          <a:xfrm>
            <a:off x="5375550" y="-1262125"/>
            <a:ext cx="1900950" cy="19009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59" name="Shape 259"/>
        <p:cNvGrpSpPr/>
        <p:nvPr/>
      </p:nvGrpSpPr>
      <p:grpSpPr>
        <a:xfrm>
          <a:off x="0" y="0"/>
          <a:ext cx="0" cy="0"/>
          <a:chOff x="0" y="0"/>
          <a:chExt cx="0" cy="0"/>
        </a:xfrm>
      </p:grpSpPr>
      <p:pic>
        <p:nvPicPr>
          <p:cNvPr id="260" name="Google Shape;260;p39"/>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1" name="Google Shape;261;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262" name="Google Shape;262;p39"/>
          <p:cNvPicPr preferRelativeResize="0"/>
          <p:nvPr/>
        </p:nvPicPr>
        <p:blipFill>
          <a:blip r:embed="rId3">
            <a:alphaModFix amt="36000"/>
          </a:blip>
          <a:stretch>
            <a:fillRect/>
          </a:stretch>
        </p:blipFill>
        <p:spPr>
          <a:xfrm>
            <a:off x="-1180950" y="1017725"/>
            <a:ext cx="1900950" cy="1900950"/>
          </a:xfrm>
          <a:prstGeom prst="rect">
            <a:avLst/>
          </a:prstGeom>
          <a:noFill/>
          <a:ln>
            <a:noFill/>
          </a:ln>
        </p:spPr>
      </p:pic>
      <p:pic>
        <p:nvPicPr>
          <p:cNvPr id="263" name="Google Shape;263;p39"/>
          <p:cNvPicPr preferRelativeResize="0"/>
          <p:nvPr/>
        </p:nvPicPr>
        <p:blipFill>
          <a:blip r:embed="rId3">
            <a:alphaModFix amt="23000"/>
          </a:blip>
          <a:stretch>
            <a:fillRect/>
          </a:stretch>
        </p:blipFill>
        <p:spPr>
          <a:xfrm>
            <a:off x="415200" y="-1120150"/>
            <a:ext cx="1900950" cy="1900950"/>
          </a:xfrm>
          <a:prstGeom prst="rect">
            <a:avLst/>
          </a:prstGeom>
          <a:noFill/>
          <a:ln>
            <a:noFill/>
          </a:ln>
        </p:spPr>
      </p:pic>
      <p:pic>
        <p:nvPicPr>
          <p:cNvPr id="264" name="Google Shape;264;p39"/>
          <p:cNvPicPr preferRelativeResize="0"/>
          <p:nvPr/>
        </p:nvPicPr>
        <p:blipFill>
          <a:blip r:embed="rId3">
            <a:alphaModFix/>
          </a:blip>
          <a:stretch>
            <a:fillRect/>
          </a:stretch>
        </p:blipFill>
        <p:spPr>
          <a:xfrm>
            <a:off x="8331200" y="3718550"/>
            <a:ext cx="1900950" cy="190095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265" name="Shape 265"/>
        <p:cNvGrpSpPr/>
        <p:nvPr/>
      </p:nvGrpSpPr>
      <p:grpSpPr>
        <a:xfrm>
          <a:off x="0" y="0"/>
          <a:ext cx="0" cy="0"/>
          <a:chOff x="0" y="0"/>
          <a:chExt cx="0" cy="0"/>
        </a:xfrm>
      </p:grpSpPr>
      <p:pic>
        <p:nvPicPr>
          <p:cNvPr id="266" name="Google Shape;266;p4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67" name="Google Shape;267;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268" name="Google Shape;268;p40"/>
          <p:cNvPicPr preferRelativeResize="0"/>
          <p:nvPr/>
        </p:nvPicPr>
        <p:blipFill>
          <a:blip r:embed="rId3">
            <a:alphaModFix amt="36000"/>
          </a:blip>
          <a:stretch>
            <a:fillRect/>
          </a:stretch>
        </p:blipFill>
        <p:spPr>
          <a:xfrm>
            <a:off x="812950" y="4344950"/>
            <a:ext cx="1900950" cy="1900950"/>
          </a:xfrm>
          <a:prstGeom prst="rect">
            <a:avLst/>
          </a:prstGeom>
          <a:noFill/>
          <a:ln>
            <a:noFill/>
          </a:ln>
        </p:spPr>
      </p:pic>
      <p:pic>
        <p:nvPicPr>
          <p:cNvPr id="269" name="Google Shape;269;p40"/>
          <p:cNvPicPr preferRelativeResize="0"/>
          <p:nvPr/>
        </p:nvPicPr>
        <p:blipFill>
          <a:blip r:embed="rId3">
            <a:alphaModFix amt="23000"/>
          </a:blip>
          <a:stretch>
            <a:fillRect/>
          </a:stretch>
        </p:blipFill>
        <p:spPr>
          <a:xfrm>
            <a:off x="4479200" y="-1361450"/>
            <a:ext cx="1900950" cy="1900950"/>
          </a:xfrm>
          <a:prstGeom prst="rect">
            <a:avLst/>
          </a:prstGeom>
          <a:noFill/>
          <a:ln>
            <a:noFill/>
          </a:ln>
        </p:spPr>
      </p:pic>
      <p:pic>
        <p:nvPicPr>
          <p:cNvPr id="270" name="Google Shape;270;p40"/>
          <p:cNvPicPr preferRelativeResize="0"/>
          <p:nvPr/>
        </p:nvPicPr>
        <p:blipFill>
          <a:blip r:embed="rId3">
            <a:alphaModFix/>
          </a:blip>
          <a:stretch>
            <a:fillRect/>
          </a:stretch>
        </p:blipFill>
        <p:spPr>
          <a:xfrm>
            <a:off x="8430775" y="1508750"/>
            <a:ext cx="1900950" cy="190095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71" name="Shape 271"/>
        <p:cNvGrpSpPr/>
        <p:nvPr/>
      </p:nvGrpSpPr>
      <p:grpSpPr>
        <a:xfrm>
          <a:off x="0" y="0"/>
          <a:ext cx="0" cy="0"/>
          <a:chOff x="0" y="0"/>
          <a:chExt cx="0" cy="0"/>
        </a:xfrm>
      </p:grpSpPr>
      <p:pic>
        <p:nvPicPr>
          <p:cNvPr id="272" name="Google Shape;272;p41"/>
          <p:cNvPicPr preferRelativeResize="0"/>
          <p:nvPr/>
        </p:nvPicPr>
        <p:blipFill>
          <a:blip r:embed="rId2">
            <a:alphaModFix/>
          </a:blip>
          <a:stretch>
            <a:fillRect/>
          </a:stretch>
        </p:blipFill>
        <p:spPr>
          <a:xfrm>
            <a:off x="0" y="0"/>
            <a:ext cx="9144000" cy="5143500"/>
          </a:xfrm>
          <a:prstGeom prst="rect">
            <a:avLst/>
          </a:prstGeom>
          <a:noFill/>
          <a:ln>
            <a:noFill/>
          </a:ln>
        </p:spPr>
      </p:pic>
      <p:sp>
        <p:nvSpPr>
          <p:cNvPr id="273" name="Google Shape;273;p41"/>
          <p:cNvSpPr txBox="1"/>
          <p:nvPr>
            <p:ph type="title"/>
          </p:nvPr>
        </p:nvSpPr>
        <p:spPr>
          <a:xfrm>
            <a:off x="2347938" y="838575"/>
            <a:ext cx="4448100" cy="10587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4" name="Google Shape;274;p41"/>
          <p:cNvSpPr txBox="1"/>
          <p:nvPr>
            <p:ph idx="1" type="subTitle"/>
          </p:nvPr>
        </p:nvSpPr>
        <p:spPr>
          <a:xfrm>
            <a:off x="2347900" y="1841450"/>
            <a:ext cx="4448100" cy="105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75" name="Google Shape;275;p41"/>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ssistant"/>
                <a:ea typeface="Assistant"/>
                <a:cs typeface="Assistant"/>
                <a:sym typeface="Assistant"/>
              </a:rPr>
              <a:t>CREDITS:</a:t>
            </a:r>
            <a:r>
              <a:rPr lang="en" sz="1000">
                <a:solidFill>
                  <a:schemeClr val="dk1"/>
                </a:solidFill>
                <a:latin typeface="Assistant"/>
                <a:ea typeface="Assistant"/>
                <a:cs typeface="Assistant"/>
                <a:sym typeface="Assistant"/>
              </a:rPr>
              <a:t> This presentation template was created by </a:t>
            </a:r>
            <a:r>
              <a:rPr b="1" lang="en" sz="1000" u="sng">
                <a:solidFill>
                  <a:schemeClr val="dk1"/>
                </a:solidFill>
                <a:latin typeface="Assistant"/>
                <a:ea typeface="Assistant"/>
                <a:cs typeface="Assistant"/>
                <a:sym typeface="Assistant"/>
                <a:hlinkClick r:id="rId3">
                  <a:extLst>
                    <a:ext uri="{A12FA001-AC4F-418D-AE19-62706E023703}">
                      <ahyp:hlinkClr val="tx"/>
                    </a:ext>
                  </a:extLst>
                </a:hlinkClick>
              </a:rPr>
              <a:t>Slidesgo</a:t>
            </a:r>
            <a:r>
              <a:rPr lang="en" sz="1000">
                <a:solidFill>
                  <a:schemeClr val="dk1"/>
                </a:solidFill>
                <a:latin typeface="Assistant"/>
                <a:ea typeface="Assistant"/>
                <a:cs typeface="Assistant"/>
                <a:sym typeface="Assistant"/>
              </a:rPr>
              <a:t>, and includes icons by </a:t>
            </a:r>
            <a:r>
              <a:rPr b="1" lang="en" sz="1000" u="sng">
                <a:solidFill>
                  <a:schemeClr val="dk1"/>
                </a:solidFill>
                <a:latin typeface="Assistant"/>
                <a:ea typeface="Assistant"/>
                <a:cs typeface="Assistant"/>
                <a:sym typeface="Assistant"/>
                <a:hlinkClick r:id="rId4">
                  <a:extLst>
                    <a:ext uri="{A12FA001-AC4F-418D-AE19-62706E023703}">
                      <ahyp:hlinkClr val="tx"/>
                    </a:ext>
                  </a:extLst>
                </a:hlinkClick>
              </a:rPr>
              <a:t>Flaticon</a:t>
            </a:r>
            <a:r>
              <a:rPr lang="en" sz="1000">
                <a:solidFill>
                  <a:schemeClr val="dk1"/>
                </a:solidFill>
                <a:latin typeface="Assistant"/>
                <a:ea typeface="Assistant"/>
                <a:cs typeface="Assistant"/>
                <a:sym typeface="Assistant"/>
              </a:rPr>
              <a:t>, and infographics &amp; images by </a:t>
            </a:r>
            <a:r>
              <a:rPr b="1" lang="en" sz="1000" u="sng">
                <a:solidFill>
                  <a:schemeClr val="dk1"/>
                </a:solidFill>
                <a:latin typeface="Assistant"/>
                <a:ea typeface="Assistant"/>
                <a:cs typeface="Assistant"/>
                <a:sym typeface="Assistant"/>
                <a:hlinkClick r:id="rId5">
                  <a:extLst>
                    <a:ext uri="{A12FA001-AC4F-418D-AE19-62706E023703}">
                      <ahyp:hlinkClr val="tx"/>
                    </a:ext>
                  </a:extLst>
                </a:hlinkClick>
              </a:rPr>
              <a:t>Freepik</a:t>
            </a:r>
            <a:r>
              <a:rPr lang="en" sz="1000" u="sng">
                <a:solidFill>
                  <a:schemeClr val="dk1"/>
                </a:solidFill>
                <a:latin typeface="Assistant"/>
                <a:ea typeface="Assistant"/>
                <a:cs typeface="Assistant"/>
                <a:sym typeface="Assistant"/>
              </a:rPr>
              <a:t> </a:t>
            </a:r>
            <a:endParaRPr b="1" sz="1000" u="sng">
              <a:solidFill>
                <a:schemeClr val="dk1"/>
              </a:solidFill>
              <a:latin typeface="Assistant"/>
              <a:ea typeface="Assistant"/>
              <a:cs typeface="Assistant"/>
              <a:sym typeface="Assistant"/>
            </a:endParaRPr>
          </a:p>
        </p:txBody>
      </p:sp>
      <p:pic>
        <p:nvPicPr>
          <p:cNvPr id="276" name="Google Shape;276;p41"/>
          <p:cNvPicPr preferRelativeResize="0"/>
          <p:nvPr/>
        </p:nvPicPr>
        <p:blipFill>
          <a:blip r:embed="rId6">
            <a:alphaModFix amt="86000"/>
          </a:blip>
          <a:stretch>
            <a:fillRect/>
          </a:stretch>
        </p:blipFill>
        <p:spPr>
          <a:xfrm>
            <a:off x="1143738" y="-311800"/>
            <a:ext cx="1900950" cy="1900950"/>
          </a:xfrm>
          <a:prstGeom prst="rect">
            <a:avLst/>
          </a:prstGeom>
          <a:noFill/>
          <a:ln>
            <a:noFill/>
          </a:ln>
        </p:spPr>
      </p:pic>
      <p:pic>
        <p:nvPicPr>
          <p:cNvPr id="277" name="Google Shape;277;p41"/>
          <p:cNvPicPr preferRelativeResize="0"/>
          <p:nvPr/>
        </p:nvPicPr>
        <p:blipFill>
          <a:blip r:embed="rId6">
            <a:alphaModFix amt="25000"/>
          </a:blip>
          <a:stretch>
            <a:fillRect/>
          </a:stretch>
        </p:blipFill>
        <p:spPr>
          <a:xfrm>
            <a:off x="-92800" y="2086125"/>
            <a:ext cx="1900950" cy="1900950"/>
          </a:xfrm>
          <a:prstGeom prst="rect">
            <a:avLst/>
          </a:prstGeom>
          <a:noFill/>
          <a:ln>
            <a:noFill/>
          </a:ln>
        </p:spPr>
      </p:pic>
      <p:pic>
        <p:nvPicPr>
          <p:cNvPr id="278" name="Google Shape;278;p41"/>
          <p:cNvPicPr preferRelativeResize="0"/>
          <p:nvPr/>
        </p:nvPicPr>
        <p:blipFill>
          <a:blip r:embed="rId6">
            <a:alphaModFix amt="35000"/>
          </a:blip>
          <a:stretch>
            <a:fillRect/>
          </a:stretch>
        </p:blipFill>
        <p:spPr>
          <a:xfrm>
            <a:off x="6377425" y="474375"/>
            <a:ext cx="1900950" cy="1900950"/>
          </a:xfrm>
          <a:prstGeom prst="rect">
            <a:avLst/>
          </a:prstGeom>
          <a:noFill/>
          <a:ln>
            <a:noFill/>
          </a:ln>
        </p:spPr>
      </p:pic>
      <p:pic>
        <p:nvPicPr>
          <p:cNvPr id="279" name="Google Shape;279;p41"/>
          <p:cNvPicPr preferRelativeResize="0"/>
          <p:nvPr/>
        </p:nvPicPr>
        <p:blipFill>
          <a:blip r:embed="rId6">
            <a:alphaModFix amt="75000"/>
          </a:blip>
          <a:stretch>
            <a:fillRect/>
          </a:stretch>
        </p:blipFill>
        <p:spPr>
          <a:xfrm>
            <a:off x="7865813" y="3422975"/>
            <a:ext cx="1900950" cy="190095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80" name="Shape 280"/>
        <p:cNvGrpSpPr/>
        <p:nvPr/>
      </p:nvGrpSpPr>
      <p:grpSpPr>
        <a:xfrm>
          <a:off x="0" y="0"/>
          <a:ext cx="0" cy="0"/>
          <a:chOff x="0" y="0"/>
          <a:chExt cx="0" cy="0"/>
        </a:xfrm>
      </p:grpSpPr>
      <p:pic>
        <p:nvPicPr>
          <p:cNvPr id="281" name="Google Shape;281;p42"/>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82" name="Google Shape;282;p42"/>
          <p:cNvPicPr preferRelativeResize="0"/>
          <p:nvPr/>
        </p:nvPicPr>
        <p:blipFill>
          <a:blip r:embed="rId3">
            <a:alphaModFix/>
          </a:blip>
          <a:stretch>
            <a:fillRect/>
          </a:stretch>
        </p:blipFill>
        <p:spPr>
          <a:xfrm>
            <a:off x="-1051700" y="799375"/>
            <a:ext cx="1900950" cy="1900950"/>
          </a:xfrm>
          <a:prstGeom prst="rect">
            <a:avLst/>
          </a:prstGeom>
          <a:noFill/>
          <a:ln>
            <a:noFill/>
          </a:ln>
        </p:spPr>
      </p:pic>
      <p:pic>
        <p:nvPicPr>
          <p:cNvPr id="283" name="Google Shape;283;p42"/>
          <p:cNvPicPr preferRelativeResize="0"/>
          <p:nvPr/>
        </p:nvPicPr>
        <p:blipFill>
          <a:blip r:embed="rId3">
            <a:alphaModFix amt="30000"/>
          </a:blip>
          <a:stretch>
            <a:fillRect/>
          </a:stretch>
        </p:blipFill>
        <p:spPr>
          <a:xfrm>
            <a:off x="6142725" y="4399275"/>
            <a:ext cx="1900950" cy="1900950"/>
          </a:xfrm>
          <a:prstGeom prst="rect">
            <a:avLst/>
          </a:prstGeom>
          <a:noFill/>
          <a:ln>
            <a:noFill/>
          </a:ln>
        </p:spPr>
      </p:pic>
      <p:pic>
        <p:nvPicPr>
          <p:cNvPr id="284" name="Google Shape;284;p42"/>
          <p:cNvPicPr preferRelativeResize="0"/>
          <p:nvPr/>
        </p:nvPicPr>
        <p:blipFill>
          <a:blip r:embed="rId3">
            <a:alphaModFix amt="60000"/>
          </a:blip>
          <a:stretch>
            <a:fillRect/>
          </a:stretch>
        </p:blipFill>
        <p:spPr>
          <a:xfrm>
            <a:off x="7948300" y="983825"/>
            <a:ext cx="1900950" cy="190095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5" name="Shape 285"/>
        <p:cNvGrpSpPr/>
        <p:nvPr/>
      </p:nvGrpSpPr>
      <p:grpSpPr>
        <a:xfrm>
          <a:off x="0" y="0"/>
          <a:ext cx="0" cy="0"/>
          <a:chOff x="0" y="0"/>
          <a:chExt cx="0" cy="0"/>
        </a:xfrm>
      </p:grpSpPr>
      <p:pic>
        <p:nvPicPr>
          <p:cNvPr id="286" name="Google Shape;286;p43"/>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287" name="Google Shape;287;p43"/>
          <p:cNvPicPr preferRelativeResize="0"/>
          <p:nvPr/>
        </p:nvPicPr>
        <p:blipFill>
          <a:blip r:embed="rId3">
            <a:alphaModFix amt="36000"/>
          </a:blip>
          <a:stretch>
            <a:fillRect/>
          </a:stretch>
        </p:blipFill>
        <p:spPr>
          <a:xfrm>
            <a:off x="812950" y="4344950"/>
            <a:ext cx="1900950" cy="1900950"/>
          </a:xfrm>
          <a:prstGeom prst="rect">
            <a:avLst/>
          </a:prstGeom>
          <a:noFill/>
          <a:ln>
            <a:noFill/>
          </a:ln>
        </p:spPr>
      </p:pic>
      <p:pic>
        <p:nvPicPr>
          <p:cNvPr id="288" name="Google Shape;288;p43"/>
          <p:cNvPicPr preferRelativeResize="0"/>
          <p:nvPr/>
        </p:nvPicPr>
        <p:blipFill>
          <a:blip r:embed="rId3">
            <a:alphaModFix amt="23000"/>
          </a:blip>
          <a:stretch>
            <a:fillRect/>
          </a:stretch>
        </p:blipFill>
        <p:spPr>
          <a:xfrm>
            <a:off x="4479200" y="-1361450"/>
            <a:ext cx="1900950" cy="1900950"/>
          </a:xfrm>
          <a:prstGeom prst="rect">
            <a:avLst/>
          </a:prstGeom>
          <a:noFill/>
          <a:ln>
            <a:noFill/>
          </a:ln>
        </p:spPr>
      </p:pic>
      <p:pic>
        <p:nvPicPr>
          <p:cNvPr id="289" name="Google Shape;289;p43"/>
          <p:cNvPicPr preferRelativeResize="0"/>
          <p:nvPr/>
        </p:nvPicPr>
        <p:blipFill>
          <a:blip r:embed="rId3">
            <a:alphaModFix/>
          </a:blip>
          <a:stretch>
            <a:fillRect/>
          </a:stretch>
        </p:blipFill>
        <p:spPr>
          <a:xfrm>
            <a:off x="8430775" y="1508750"/>
            <a:ext cx="1900950" cy="1900950"/>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3" name="Shape 293"/>
        <p:cNvGrpSpPr/>
        <p:nvPr/>
      </p:nvGrpSpPr>
      <p:grpSpPr>
        <a:xfrm>
          <a:off x="0" y="0"/>
          <a:ext cx="0" cy="0"/>
          <a:chOff x="0" y="0"/>
          <a:chExt cx="0" cy="0"/>
        </a:xfrm>
      </p:grpSpPr>
      <p:pic>
        <p:nvPicPr>
          <p:cNvPr id="294" name="Google Shape;294;p4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5" name="Google Shape;295;p45"/>
          <p:cNvSpPr txBox="1"/>
          <p:nvPr>
            <p:ph type="ctrTitle"/>
          </p:nvPr>
        </p:nvSpPr>
        <p:spPr>
          <a:xfrm>
            <a:off x="1358925" y="859200"/>
            <a:ext cx="6426300" cy="29493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96" name="Google Shape;296;p45"/>
          <p:cNvSpPr txBox="1"/>
          <p:nvPr>
            <p:ph idx="1" type="subTitle"/>
          </p:nvPr>
        </p:nvSpPr>
        <p:spPr>
          <a:xfrm>
            <a:off x="1358838" y="3808500"/>
            <a:ext cx="64263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297" name="Google Shape;297;p45"/>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298" name="Google Shape;298;p45"/>
          <p:cNvPicPr preferRelativeResize="0"/>
          <p:nvPr/>
        </p:nvPicPr>
        <p:blipFill>
          <a:blip r:embed="rId3">
            <a:alphaModFix amt="30000"/>
          </a:blip>
          <a:stretch>
            <a:fillRect/>
          </a:stretch>
        </p:blipFill>
        <p:spPr>
          <a:xfrm>
            <a:off x="713225" y="3653525"/>
            <a:ext cx="1900950" cy="1900950"/>
          </a:xfrm>
          <a:prstGeom prst="rect">
            <a:avLst/>
          </a:prstGeom>
          <a:noFill/>
          <a:ln>
            <a:noFill/>
          </a:ln>
        </p:spPr>
      </p:pic>
      <p:pic>
        <p:nvPicPr>
          <p:cNvPr id="299" name="Google Shape;299;p45"/>
          <p:cNvPicPr preferRelativeResize="0"/>
          <p:nvPr/>
        </p:nvPicPr>
        <p:blipFill>
          <a:blip r:embed="rId3">
            <a:alphaModFix amt="60000"/>
          </a:blip>
          <a:stretch>
            <a:fillRect/>
          </a:stretch>
        </p:blipFill>
        <p:spPr>
          <a:xfrm>
            <a:off x="7662150" y="2370575"/>
            <a:ext cx="1900950" cy="1900950"/>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0" name="Shape 300"/>
        <p:cNvGrpSpPr/>
        <p:nvPr/>
      </p:nvGrpSpPr>
      <p:grpSpPr>
        <a:xfrm>
          <a:off x="0" y="0"/>
          <a:ext cx="0" cy="0"/>
          <a:chOff x="0" y="0"/>
          <a:chExt cx="0" cy="0"/>
        </a:xfrm>
      </p:grpSpPr>
      <p:pic>
        <p:nvPicPr>
          <p:cNvPr id="301" name="Google Shape;301;p46"/>
          <p:cNvPicPr preferRelativeResize="0"/>
          <p:nvPr/>
        </p:nvPicPr>
        <p:blipFill>
          <a:blip r:embed="rId2">
            <a:alphaModFix/>
          </a:blip>
          <a:stretch>
            <a:fillRect/>
          </a:stretch>
        </p:blipFill>
        <p:spPr>
          <a:xfrm>
            <a:off x="0" y="0"/>
            <a:ext cx="9144000" cy="5143500"/>
          </a:xfrm>
          <a:prstGeom prst="rect">
            <a:avLst/>
          </a:prstGeom>
          <a:noFill/>
          <a:ln>
            <a:noFill/>
          </a:ln>
        </p:spPr>
      </p:pic>
      <p:sp>
        <p:nvSpPr>
          <p:cNvPr id="302" name="Google Shape;302;p46"/>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03" name="Google Shape;303;p46"/>
          <p:cNvSpPr txBox="1"/>
          <p:nvPr>
            <p:ph hasCustomPrompt="1" idx="2" type="title"/>
          </p:nvPr>
        </p:nvSpPr>
        <p:spPr>
          <a:xfrm>
            <a:off x="924250" y="1012925"/>
            <a:ext cx="1277100" cy="915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6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04" name="Google Shape;304;p46"/>
          <p:cNvSpPr/>
          <p:nvPr>
            <p:ph idx="3" type="pic"/>
          </p:nvPr>
        </p:nvSpPr>
        <p:spPr>
          <a:xfrm flipH="1">
            <a:off x="5008825" y="1012925"/>
            <a:ext cx="3117600" cy="3117600"/>
          </a:xfrm>
          <a:prstGeom prst="rect">
            <a:avLst/>
          </a:prstGeom>
          <a:noFill/>
          <a:ln cap="flat" cmpd="sng" w="9525">
            <a:solidFill>
              <a:schemeClr val="dk1"/>
            </a:solidFill>
            <a:prstDash val="solid"/>
            <a:round/>
            <a:headEnd len="sm" w="sm" type="none"/>
            <a:tailEnd len="sm" w="sm" type="none"/>
          </a:ln>
        </p:spPr>
      </p:sp>
      <p:pic>
        <p:nvPicPr>
          <p:cNvPr id="305" name="Google Shape;305;p46"/>
          <p:cNvPicPr preferRelativeResize="0"/>
          <p:nvPr/>
        </p:nvPicPr>
        <p:blipFill>
          <a:blip r:embed="rId3">
            <a:alphaModFix amt="60000"/>
          </a:blip>
          <a:stretch>
            <a:fillRect/>
          </a:stretch>
        </p:blipFill>
        <p:spPr>
          <a:xfrm flipH="1">
            <a:off x="-770650" y="-143775"/>
            <a:ext cx="1900950" cy="1900950"/>
          </a:xfrm>
          <a:prstGeom prst="rect">
            <a:avLst/>
          </a:prstGeom>
          <a:noFill/>
          <a:ln>
            <a:noFill/>
          </a:ln>
        </p:spPr>
      </p:pic>
      <p:pic>
        <p:nvPicPr>
          <p:cNvPr id="306" name="Google Shape;306;p46"/>
          <p:cNvPicPr preferRelativeResize="0"/>
          <p:nvPr/>
        </p:nvPicPr>
        <p:blipFill>
          <a:blip r:embed="rId3">
            <a:alphaModFix amt="30000"/>
          </a:blip>
          <a:stretch>
            <a:fillRect/>
          </a:stretch>
        </p:blipFill>
        <p:spPr>
          <a:xfrm flipH="1">
            <a:off x="5365475" y="3653525"/>
            <a:ext cx="1900950" cy="190095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7" name="Shape 307"/>
        <p:cNvGrpSpPr/>
        <p:nvPr/>
      </p:nvGrpSpPr>
      <p:grpSpPr>
        <a:xfrm>
          <a:off x="0" y="0"/>
          <a:ext cx="0" cy="0"/>
          <a:chOff x="0" y="0"/>
          <a:chExt cx="0" cy="0"/>
        </a:xfrm>
      </p:grpSpPr>
      <p:pic>
        <p:nvPicPr>
          <p:cNvPr id="308" name="Google Shape;308;p4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09" name="Google Shape;309;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0" name="Google Shape;310;p47"/>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Nunito Light"/>
              <a:buChar char="●"/>
              <a:defRPr/>
            </a:lvl1pPr>
            <a:lvl2pPr indent="-304800" lvl="1" marL="914400">
              <a:lnSpc>
                <a:spcPct val="100000"/>
              </a:lnSpc>
              <a:spcBef>
                <a:spcPts val="0"/>
              </a:spcBef>
              <a:spcAft>
                <a:spcPts val="0"/>
              </a:spcAft>
              <a:buSzPts val="1200"/>
              <a:buFont typeface="Nunito Light"/>
              <a:buChar char="○"/>
              <a:defRPr/>
            </a:lvl2pPr>
            <a:lvl3pPr indent="-304800" lvl="2" marL="1371600">
              <a:lnSpc>
                <a:spcPct val="100000"/>
              </a:lnSpc>
              <a:spcBef>
                <a:spcPts val="0"/>
              </a:spcBef>
              <a:spcAft>
                <a:spcPts val="0"/>
              </a:spcAft>
              <a:buSzPts val="1200"/>
              <a:buFont typeface="Nunito Light"/>
              <a:buChar char="■"/>
              <a:defRPr/>
            </a:lvl3pPr>
            <a:lvl4pPr indent="-304800" lvl="3" marL="1828800">
              <a:lnSpc>
                <a:spcPct val="100000"/>
              </a:lnSpc>
              <a:spcBef>
                <a:spcPts val="0"/>
              </a:spcBef>
              <a:spcAft>
                <a:spcPts val="0"/>
              </a:spcAft>
              <a:buSzPts val="1200"/>
              <a:buFont typeface="Nunito Light"/>
              <a:buChar char="●"/>
              <a:defRPr/>
            </a:lvl4pPr>
            <a:lvl5pPr indent="-304800" lvl="4" marL="2286000">
              <a:lnSpc>
                <a:spcPct val="100000"/>
              </a:lnSpc>
              <a:spcBef>
                <a:spcPts val="0"/>
              </a:spcBef>
              <a:spcAft>
                <a:spcPts val="0"/>
              </a:spcAft>
              <a:buSzPts val="1200"/>
              <a:buFont typeface="Nunito Light"/>
              <a:buChar char="○"/>
              <a:defRPr/>
            </a:lvl5pPr>
            <a:lvl6pPr indent="-304800" lvl="5" marL="2743200">
              <a:lnSpc>
                <a:spcPct val="100000"/>
              </a:lnSpc>
              <a:spcBef>
                <a:spcPts val="0"/>
              </a:spcBef>
              <a:spcAft>
                <a:spcPts val="0"/>
              </a:spcAft>
              <a:buSzPts val="1200"/>
              <a:buFont typeface="Nunito Light"/>
              <a:buChar char="■"/>
              <a:defRPr/>
            </a:lvl6pPr>
            <a:lvl7pPr indent="-304800" lvl="6" marL="3200400">
              <a:lnSpc>
                <a:spcPct val="100000"/>
              </a:lnSpc>
              <a:spcBef>
                <a:spcPts val="0"/>
              </a:spcBef>
              <a:spcAft>
                <a:spcPts val="0"/>
              </a:spcAft>
              <a:buSzPts val="1200"/>
              <a:buFont typeface="Nunito Light"/>
              <a:buChar char="●"/>
              <a:defRPr/>
            </a:lvl7pPr>
            <a:lvl8pPr indent="-304800" lvl="7" marL="3657600">
              <a:lnSpc>
                <a:spcPct val="100000"/>
              </a:lnSpc>
              <a:spcBef>
                <a:spcPts val="0"/>
              </a:spcBef>
              <a:spcAft>
                <a:spcPts val="0"/>
              </a:spcAft>
              <a:buSzPts val="1200"/>
              <a:buFont typeface="Nunito Light"/>
              <a:buChar char="○"/>
              <a:defRPr/>
            </a:lvl8pPr>
            <a:lvl9pPr indent="-304800" lvl="8" marL="4114800">
              <a:lnSpc>
                <a:spcPct val="100000"/>
              </a:lnSpc>
              <a:spcBef>
                <a:spcPts val="0"/>
              </a:spcBef>
              <a:spcAft>
                <a:spcPts val="0"/>
              </a:spcAft>
              <a:buSzPts val="1200"/>
              <a:buFont typeface="Nunito Light"/>
              <a:buChar char="■"/>
              <a:defRPr/>
            </a:lvl9pPr>
          </a:lstStyle>
          <a:p/>
        </p:txBody>
      </p:sp>
      <p:pic>
        <p:nvPicPr>
          <p:cNvPr id="311" name="Google Shape;311;p47"/>
          <p:cNvPicPr preferRelativeResize="0"/>
          <p:nvPr/>
        </p:nvPicPr>
        <p:blipFill>
          <a:blip r:embed="rId3">
            <a:alphaModFix amt="86000"/>
          </a:blip>
          <a:stretch>
            <a:fillRect/>
          </a:stretch>
        </p:blipFill>
        <p:spPr>
          <a:xfrm>
            <a:off x="7556588" y="-685200"/>
            <a:ext cx="1900950" cy="1900950"/>
          </a:xfrm>
          <a:prstGeom prst="rect">
            <a:avLst/>
          </a:prstGeom>
          <a:noFill/>
          <a:ln>
            <a:noFill/>
          </a:ln>
        </p:spPr>
      </p:pic>
      <p:pic>
        <p:nvPicPr>
          <p:cNvPr id="312" name="Google Shape;312;p47"/>
          <p:cNvPicPr preferRelativeResize="0"/>
          <p:nvPr/>
        </p:nvPicPr>
        <p:blipFill>
          <a:blip r:embed="rId3">
            <a:alphaModFix amt="35000"/>
          </a:blip>
          <a:stretch>
            <a:fillRect/>
          </a:stretch>
        </p:blipFill>
        <p:spPr>
          <a:xfrm>
            <a:off x="3621513" y="4221675"/>
            <a:ext cx="1900950" cy="1900950"/>
          </a:xfrm>
          <a:prstGeom prst="rect">
            <a:avLst/>
          </a:prstGeom>
          <a:noFill/>
          <a:ln>
            <a:noFill/>
          </a:ln>
        </p:spPr>
      </p:pic>
      <p:pic>
        <p:nvPicPr>
          <p:cNvPr id="313" name="Google Shape;313;p47"/>
          <p:cNvPicPr preferRelativeResize="0"/>
          <p:nvPr/>
        </p:nvPicPr>
        <p:blipFill>
          <a:blip r:embed="rId3">
            <a:alphaModFix amt="35000"/>
          </a:blip>
          <a:stretch>
            <a:fillRect/>
          </a:stretch>
        </p:blipFill>
        <p:spPr>
          <a:xfrm>
            <a:off x="-996650" y="695625"/>
            <a:ext cx="1900950" cy="190095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4" name="Shape 314"/>
        <p:cNvGrpSpPr/>
        <p:nvPr/>
      </p:nvGrpSpPr>
      <p:grpSpPr>
        <a:xfrm>
          <a:off x="0" y="0"/>
          <a:ext cx="0" cy="0"/>
          <a:chOff x="0" y="0"/>
          <a:chExt cx="0" cy="0"/>
        </a:xfrm>
      </p:grpSpPr>
      <p:pic>
        <p:nvPicPr>
          <p:cNvPr id="315" name="Google Shape;315;p4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16" name="Google Shape;316;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7" name="Google Shape;317;p48"/>
          <p:cNvSpPr txBox="1"/>
          <p:nvPr>
            <p:ph idx="1" type="subTitle"/>
          </p:nvPr>
        </p:nvSpPr>
        <p:spPr>
          <a:xfrm>
            <a:off x="5055246" y="369522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18" name="Google Shape;318;p48"/>
          <p:cNvSpPr txBox="1"/>
          <p:nvPr>
            <p:ph idx="2" type="subTitle"/>
          </p:nvPr>
        </p:nvSpPr>
        <p:spPr>
          <a:xfrm>
            <a:off x="1583154" y="3695224"/>
            <a:ext cx="2505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19" name="Google Shape;319;p48"/>
          <p:cNvSpPr txBox="1"/>
          <p:nvPr>
            <p:ph idx="3" type="subTitle"/>
          </p:nvPr>
        </p:nvSpPr>
        <p:spPr>
          <a:xfrm>
            <a:off x="5055246"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20" name="Google Shape;320;p48"/>
          <p:cNvSpPr txBox="1"/>
          <p:nvPr>
            <p:ph idx="4" type="subTitle"/>
          </p:nvPr>
        </p:nvSpPr>
        <p:spPr>
          <a:xfrm>
            <a:off x="1583154" y="3122525"/>
            <a:ext cx="2505600" cy="57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321" name="Google Shape;321;p48"/>
          <p:cNvPicPr preferRelativeResize="0"/>
          <p:nvPr/>
        </p:nvPicPr>
        <p:blipFill>
          <a:blip r:embed="rId3">
            <a:alphaModFix/>
          </a:blip>
          <a:stretch>
            <a:fillRect/>
          </a:stretch>
        </p:blipFill>
        <p:spPr>
          <a:xfrm>
            <a:off x="6755275" y="-690125"/>
            <a:ext cx="1900950" cy="1900950"/>
          </a:xfrm>
          <a:prstGeom prst="rect">
            <a:avLst/>
          </a:prstGeom>
          <a:noFill/>
          <a:ln>
            <a:noFill/>
          </a:ln>
        </p:spPr>
      </p:pic>
      <p:pic>
        <p:nvPicPr>
          <p:cNvPr id="322" name="Google Shape;322;p48"/>
          <p:cNvPicPr preferRelativeResize="0"/>
          <p:nvPr/>
        </p:nvPicPr>
        <p:blipFill>
          <a:blip r:embed="rId3">
            <a:alphaModFix amt="60000"/>
          </a:blip>
          <a:stretch>
            <a:fillRect/>
          </a:stretch>
        </p:blipFill>
        <p:spPr>
          <a:xfrm>
            <a:off x="7867600" y="3122525"/>
            <a:ext cx="1900950" cy="1900950"/>
          </a:xfrm>
          <a:prstGeom prst="rect">
            <a:avLst/>
          </a:prstGeom>
          <a:noFill/>
          <a:ln>
            <a:noFill/>
          </a:ln>
        </p:spPr>
      </p:pic>
      <p:pic>
        <p:nvPicPr>
          <p:cNvPr id="323" name="Google Shape;323;p48"/>
          <p:cNvPicPr preferRelativeResize="0"/>
          <p:nvPr/>
        </p:nvPicPr>
        <p:blipFill>
          <a:blip r:embed="rId3">
            <a:alphaModFix amt="30000"/>
          </a:blip>
          <a:stretch>
            <a:fillRect/>
          </a:stretch>
        </p:blipFill>
        <p:spPr>
          <a:xfrm>
            <a:off x="-746900" y="1665100"/>
            <a:ext cx="1900950" cy="190095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4" name="Shape 324"/>
        <p:cNvGrpSpPr/>
        <p:nvPr/>
      </p:nvGrpSpPr>
      <p:grpSpPr>
        <a:xfrm>
          <a:off x="0" y="0"/>
          <a:ext cx="0" cy="0"/>
          <a:chOff x="0" y="0"/>
          <a:chExt cx="0" cy="0"/>
        </a:xfrm>
      </p:grpSpPr>
      <p:pic>
        <p:nvPicPr>
          <p:cNvPr id="325" name="Google Shape;325;p49"/>
          <p:cNvPicPr preferRelativeResize="0"/>
          <p:nvPr/>
        </p:nvPicPr>
        <p:blipFill>
          <a:blip r:embed="rId2">
            <a:alphaModFix/>
          </a:blip>
          <a:stretch>
            <a:fillRect/>
          </a:stretch>
        </p:blipFill>
        <p:spPr>
          <a:xfrm>
            <a:off x="0" y="0"/>
            <a:ext cx="9144000" cy="5143500"/>
          </a:xfrm>
          <a:prstGeom prst="rect">
            <a:avLst/>
          </a:prstGeom>
          <a:noFill/>
          <a:ln>
            <a:noFill/>
          </a:ln>
        </p:spPr>
      </p:pic>
      <p:sp>
        <p:nvSpPr>
          <p:cNvPr id="326" name="Google Shape;326;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327" name="Google Shape;327;p49"/>
          <p:cNvPicPr preferRelativeResize="0"/>
          <p:nvPr/>
        </p:nvPicPr>
        <p:blipFill>
          <a:blip r:embed="rId3">
            <a:alphaModFix/>
          </a:blip>
          <a:stretch>
            <a:fillRect/>
          </a:stretch>
        </p:blipFill>
        <p:spPr>
          <a:xfrm>
            <a:off x="7815575" y="-410975"/>
            <a:ext cx="1900950" cy="1900950"/>
          </a:xfrm>
          <a:prstGeom prst="rect">
            <a:avLst/>
          </a:prstGeom>
          <a:noFill/>
          <a:ln>
            <a:noFill/>
          </a:ln>
        </p:spPr>
      </p:pic>
      <p:pic>
        <p:nvPicPr>
          <p:cNvPr id="328" name="Google Shape;328;p49"/>
          <p:cNvPicPr preferRelativeResize="0"/>
          <p:nvPr/>
        </p:nvPicPr>
        <p:blipFill>
          <a:blip r:embed="rId3">
            <a:alphaModFix amt="36000"/>
          </a:blip>
          <a:stretch>
            <a:fillRect/>
          </a:stretch>
        </p:blipFill>
        <p:spPr>
          <a:xfrm>
            <a:off x="-1064775" y="1954025"/>
            <a:ext cx="1900950" cy="1900950"/>
          </a:xfrm>
          <a:prstGeom prst="rect">
            <a:avLst/>
          </a:prstGeom>
          <a:noFill/>
          <a:ln>
            <a:noFill/>
          </a:ln>
        </p:spPr>
      </p:pic>
      <p:pic>
        <p:nvPicPr>
          <p:cNvPr id="329" name="Google Shape;329;p49"/>
          <p:cNvPicPr preferRelativeResize="0"/>
          <p:nvPr/>
        </p:nvPicPr>
        <p:blipFill>
          <a:blip r:embed="rId3">
            <a:alphaModFix amt="23000"/>
          </a:blip>
          <a:stretch>
            <a:fillRect/>
          </a:stretch>
        </p:blipFill>
        <p:spPr>
          <a:xfrm>
            <a:off x="6862050" y="4101525"/>
            <a:ext cx="1900950" cy="190095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0" name="Shape 330"/>
        <p:cNvGrpSpPr/>
        <p:nvPr/>
      </p:nvGrpSpPr>
      <p:grpSpPr>
        <a:xfrm>
          <a:off x="0" y="0"/>
          <a:ext cx="0" cy="0"/>
          <a:chOff x="0" y="0"/>
          <a:chExt cx="0" cy="0"/>
        </a:xfrm>
      </p:grpSpPr>
      <p:pic>
        <p:nvPicPr>
          <p:cNvPr id="331" name="Google Shape;331;p50"/>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2" name="Google Shape;332;p50"/>
          <p:cNvSpPr txBox="1"/>
          <p:nvPr>
            <p:ph type="title"/>
          </p:nvPr>
        </p:nvSpPr>
        <p:spPr>
          <a:xfrm>
            <a:off x="720000" y="1820550"/>
            <a:ext cx="2429700" cy="1502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3" name="Google Shape;333;p50"/>
          <p:cNvSpPr txBox="1"/>
          <p:nvPr>
            <p:ph idx="1" type="subTitle"/>
          </p:nvPr>
        </p:nvSpPr>
        <p:spPr>
          <a:xfrm>
            <a:off x="4136100" y="1329600"/>
            <a:ext cx="4294800" cy="2484300"/>
          </a:xfrm>
          <a:prstGeom prst="rect">
            <a:avLst/>
          </a:prstGeom>
        </p:spPr>
        <p:txBody>
          <a:bodyPr anchorCtr="0" anchor="t" bIns="91425" lIns="91425" spcFirstLastPara="1" rIns="91425" wrap="square" tIns="91425">
            <a:noAutofit/>
          </a:bodyPr>
          <a:lstStyle>
            <a:lvl1pPr lvl="0">
              <a:spcBef>
                <a:spcPts val="0"/>
              </a:spcBef>
              <a:spcAft>
                <a:spcPts val="0"/>
              </a:spcAft>
              <a:buClr>
                <a:srgbClr val="595959"/>
              </a:buClr>
              <a:buSzPts val="1000"/>
              <a:buFont typeface="Anaheim"/>
              <a:buAutoNum type="arabicPeriod"/>
              <a:defRPr sz="1400"/>
            </a:lvl1pPr>
            <a:lvl2pPr lvl="1" algn="ctr">
              <a:lnSpc>
                <a:spcPct val="100000"/>
              </a:lnSpc>
              <a:spcBef>
                <a:spcPts val="1600"/>
              </a:spcBef>
              <a:spcAft>
                <a:spcPts val="0"/>
              </a:spcAft>
              <a:buClr>
                <a:srgbClr val="595959"/>
              </a:buClr>
              <a:buSzPts val="1400"/>
              <a:buFont typeface="Anaheim"/>
              <a:buAutoNum type="alphaLcPeriod"/>
              <a:defRPr/>
            </a:lvl2pPr>
            <a:lvl3pPr lvl="2" algn="ctr">
              <a:lnSpc>
                <a:spcPct val="100000"/>
              </a:lnSpc>
              <a:spcBef>
                <a:spcPts val="0"/>
              </a:spcBef>
              <a:spcAft>
                <a:spcPts val="0"/>
              </a:spcAft>
              <a:buClr>
                <a:srgbClr val="595959"/>
              </a:buClr>
              <a:buSzPts val="1400"/>
              <a:buFont typeface="Anaheim"/>
              <a:buAutoNum type="romanLcPeriod"/>
              <a:defRPr/>
            </a:lvl3pPr>
            <a:lvl4pPr lvl="3" algn="ctr">
              <a:lnSpc>
                <a:spcPct val="100000"/>
              </a:lnSpc>
              <a:spcBef>
                <a:spcPts val="0"/>
              </a:spcBef>
              <a:spcAft>
                <a:spcPts val="0"/>
              </a:spcAft>
              <a:buClr>
                <a:srgbClr val="595959"/>
              </a:buClr>
              <a:buSzPts val="1400"/>
              <a:buFont typeface="Anaheim"/>
              <a:buAutoNum type="arabicPeriod"/>
              <a:defRPr/>
            </a:lvl4pPr>
            <a:lvl5pPr lvl="4" algn="ctr">
              <a:lnSpc>
                <a:spcPct val="100000"/>
              </a:lnSpc>
              <a:spcBef>
                <a:spcPts val="0"/>
              </a:spcBef>
              <a:spcAft>
                <a:spcPts val="0"/>
              </a:spcAft>
              <a:buClr>
                <a:srgbClr val="595959"/>
              </a:buClr>
              <a:buSzPts val="1400"/>
              <a:buFont typeface="Anaheim"/>
              <a:buAutoNum type="alphaLcPeriod"/>
              <a:defRPr/>
            </a:lvl5pPr>
            <a:lvl6pPr lvl="5" algn="ctr">
              <a:lnSpc>
                <a:spcPct val="100000"/>
              </a:lnSpc>
              <a:spcBef>
                <a:spcPts val="0"/>
              </a:spcBef>
              <a:spcAft>
                <a:spcPts val="0"/>
              </a:spcAft>
              <a:buClr>
                <a:srgbClr val="595959"/>
              </a:buClr>
              <a:buSzPts val="1400"/>
              <a:buFont typeface="Anaheim"/>
              <a:buAutoNum type="romanLcPeriod"/>
              <a:defRPr/>
            </a:lvl6pPr>
            <a:lvl7pPr lvl="6" algn="ctr">
              <a:lnSpc>
                <a:spcPct val="100000"/>
              </a:lnSpc>
              <a:spcBef>
                <a:spcPts val="0"/>
              </a:spcBef>
              <a:spcAft>
                <a:spcPts val="0"/>
              </a:spcAft>
              <a:buClr>
                <a:srgbClr val="595959"/>
              </a:buClr>
              <a:buSzPts val="1400"/>
              <a:buFont typeface="Anaheim"/>
              <a:buAutoNum type="arabicPeriod"/>
              <a:defRPr/>
            </a:lvl7pPr>
            <a:lvl8pPr lvl="7" algn="ctr">
              <a:lnSpc>
                <a:spcPct val="100000"/>
              </a:lnSpc>
              <a:spcBef>
                <a:spcPts val="0"/>
              </a:spcBef>
              <a:spcAft>
                <a:spcPts val="0"/>
              </a:spcAft>
              <a:buClr>
                <a:srgbClr val="595959"/>
              </a:buClr>
              <a:buSzPts val="1400"/>
              <a:buFont typeface="Anaheim"/>
              <a:buAutoNum type="alphaLcPeriod"/>
              <a:defRPr/>
            </a:lvl8pPr>
            <a:lvl9pPr lvl="8" algn="ctr">
              <a:lnSpc>
                <a:spcPct val="100000"/>
              </a:lnSpc>
              <a:spcBef>
                <a:spcPts val="0"/>
              </a:spcBef>
              <a:spcAft>
                <a:spcPts val="0"/>
              </a:spcAft>
              <a:buClr>
                <a:srgbClr val="595959"/>
              </a:buClr>
              <a:buSzPts val="1400"/>
              <a:buFont typeface="Anaheim"/>
              <a:buAutoNum type="romanLcPeriod"/>
              <a:defRPr/>
            </a:lvl9pPr>
          </a:lstStyle>
          <a:p/>
        </p:txBody>
      </p:sp>
      <p:pic>
        <p:nvPicPr>
          <p:cNvPr id="334" name="Google Shape;334;p50"/>
          <p:cNvPicPr preferRelativeResize="0"/>
          <p:nvPr/>
        </p:nvPicPr>
        <p:blipFill>
          <a:blip r:embed="rId3">
            <a:alphaModFix amt="25000"/>
          </a:blip>
          <a:stretch>
            <a:fillRect/>
          </a:stretch>
        </p:blipFill>
        <p:spPr>
          <a:xfrm>
            <a:off x="-859550" y="3229500"/>
            <a:ext cx="1900950" cy="1900950"/>
          </a:xfrm>
          <a:prstGeom prst="rect">
            <a:avLst/>
          </a:prstGeom>
          <a:noFill/>
          <a:ln>
            <a:noFill/>
          </a:ln>
        </p:spPr>
      </p:pic>
      <p:pic>
        <p:nvPicPr>
          <p:cNvPr id="335" name="Google Shape;335;p50"/>
          <p:cNvPicPr preferRelativeResize="0"/>
          <p:nvPr/>
        </p:nvPicPr>
        <p:blipFill>
          <a:blip r:embed="rId3">
            <a:alphaModFix amt="86000"/>
          </a:blip>
          <a:stretch>
            <a:fillRect/>
          </a:stretch>
        </p:blipFill>
        <p:spPr>
          <a:xfrm>
            <a:off x="2600588" y="-749150"/>
            <a:ext cx="1900950" cy="1900950"/>
          </a:xfrm>
          <a:prstGeom prst="rect">
            <a:avLst/>
          </a:prstGeom>
          <a:noFill/>
          <a:ln>
            <a:noFill/>
          </a:ln>
        </p:spPr>
      </p:pic>
      <p:pic>
        <p:nvPicPr>
          <p:cNvPr id="336" name="Google Shape;336;p50"/>
          <p:cNvPicPr preferRelativeResize="0"/>
          <p:nvPr/>
        </p:nvPicPr>
        <p:blipFill>
          <a:blip r:embed="rId3">
            <a:alphaModFix amt="25000"/>
          </a:blip>
          <a:stretch>
            <a:fillRect/>
          </a:stretch>
        </p:blipFill>
        <p:spPr>
          <a:xfrm>
            <a:off x="7643500" y="3592050"/>
            <a:ext cx="1900950" cy="1900950"/>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7" name="Shape 337"/>
        <p:cNvGrpSpPr/>
        <p:nvPr/>
      </p:nvGrpSpPr>
      <p:grpSpPr>
        <a:xfrm>
          <a:off x="0" y="0"/>
          <a:ext cx="0" cy="0"/>
          <a:chOff x="0" y="0"/>
          <a:chExt cx="0" cy="0"/>
        </a:xfrm>
      </p:grpSpPr>
      <p:pic>
        <p:nvPicPr>
          <p:cNvPr id="338" name="Google Shape;338;p51"/>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9" name="Google Shape;339;p51"/>
          <p:cNvSpPr txBox="1"/>
          <p:nvPr>
            <p:ph type="title"/>
          </p:nvPr>
        </p:nvSpPr>
        <p:spPr>
          <a:xfrm>
            <a:off x="1768500" y="1709850"/>
            <a:ext cx="5607000" cy="172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340" name="Google Shape;340;p51"/>
          <p:cNvPicPr preferRelativeResize="0"/>
          <p:nvPr/>
        </p:nvPicPr>
        <p:blipFill>
          <a:blip r:embed="rId3">
            <a:alphaModFix amt="86000"/>
          </a:blip>
          <a:stretch>
            <a:fillRect/>
          </a:stretch>
        </p:blipFill>
        <p:spPr>
          <a:xfrm>
            <a:off x="-81612" y="-91650"/>
            <a:ext cx="1900950" cy="1900950"/>
          </a:xfrm>
          <a:prstGeom prst="rect">
            <a:avLst/>
          </a:prstGeom>
          <a:noFill/>
          <a:ln>
            <a:noFill/>
          </a:ln>
        </p:spPr>
      </p:pic>
      <p:pic>
        <p:nvPicPr>
          <p:cNvPr id="341" name="Google Shape;341;p51"/>
          <p:cNvPicPr preferRelativeResize="0"/>
          <p:nvPr/>
        </p:nvPicPr>
        <p:blipFill>
          <a:blip r:embed="rId3">
            <a:alphaModFix amt="25000"/>
          </a:blip>
          <a:stretch>
            <a:fillRect/>
          </a:stretch>
        </p:blipFill>
        <p:spPr>
          <a:xfrm>
            <a:off x="619500" y="3592275"/>
            <a:ext cx="1900950" cy="1900950"/>
          </a:xfrm>
          <a:prstGeom prst="rect">
            <a:avLst/>
          </a:prstGeom>
          <a:noFill/>
          <a:ln>
            <a:noFill/>
          </a:ln>
        </p:spPr>
      </p:pic>
      <p:pic>
        <p:nvPicPr>
          <p:cNvPr id="342" name="Google Shape;342;p51"/>
          <p:cNvPicPr preferRelativeResize="0"/>
          <p:nvPr/>
        </p:nvPicPr>
        <p:blipFill>
          <a:blip r:embed="rId3">
            <a:alphaModFix amt="35000"/>
          </a:blip>
          <a:stretch>
            <a:fillRect/>
          </a:stretch>
        </p:blipFill>
        <p:spPr>
          <a:xfrm>
            <a:off x="6392100" y="166225"/>
            <a:ext cx="1900950" cy="1900950"/>
          </a:xfrm>
          <a:prstGeom prst="rect">
            <a:avLst/>
          </a:prstGeom>
          <a:noFill/>
          <a:ln>
            <a:noFill/>
          </a:ln>
        </p:spPr>
      </p:pic>
      <p:pic>
        <p:nvPicPr>
          <p:cNvPr id="343" name="Google Shape;343;p51"/>
          <p:cNvPicPr preferRelativeResize="0"/>
          <p:nvPr/>
        </p:nvPicPr>
        <p:blipFill>
          <a:blip r:embed="rId3">
            <a:alphaModFix amt="75000"/>
          </a:blip>
          <a:stretch>
            <a:fillRect/>
          </a:stretch>
        </p:blipFill>
        <p:spPr>
          <a:xfrm>
            <a:off x="7953863" y="2703050"/>
            <a:ext cx="1900950" cy="190095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4" name="Shape 344"/>
        <p:cNvGrpSpPr/>
        <p:nvPr/>
      </p:nvGrpSpPr>
      <p:grpSpPr>
        <a:xfrm>
          <a:off x="0" y="0"/>
          <a:ext cx="0" cy="0"/>
          <a:chOff x="0" y="0"/>
          <a:chExt cx="0" cy="0"/>
        </a:xfrm>
      </p:grpSpPr>
      <p:pic>
        <p:nvPicPr>
          <p:cNvPr id="345" name="Google Shape;345;p52"/>
          <p:cNvPicPr preferRelativeResize="0"/>
          <p:nvPr/>
        </p:nvPicPr>
        <p:blipFill>
          <a:blip r:embed="rId2">
            <a:alphaModFix/>
          </a:blip>
          <a:stretch>
            <a:fillRect/>
          </a:stretch>
        </p:blipFill>
        <p:spPr>
          <a:xfrm>
            <a:off x="0" y="0"/>
            <a:ext cx="9144000" cy="5143500"/>
          </a:xfrm>
          <a:prstGeom prst="rect">
            <a:avLst/>
          </a:prstGeom>
          <a:noFill/>
          <a:ln>
            <a:noFill/>
          </a:ln>
        </p:spPr>
      </p:pic>
      <p:sp>
        <p:nvSpPr>
          <p:cNvPr id="346" name="Google Shape;346;p52"/>
          <p:cNvSpPr txBox="1"/>
          <p:nvPr>
            <p:ph type="title"/>
          </p:nvPr>
        </p:nvSpPr>
        <p:spPr>
          <a:xfrm>
            <a:off x="2380650" y="1441675"/>
            <a:ext cx="4382700" cy="1187400"/>
          </a:xfrm>
          <a:prstGeom prst="rect">
            <a:avLst/>
          </a:prstGeom>
        </p:spPr>
        <p:txBody>
          <a:bodyPr anchorCtr="0" anchor="b" bIns="91425" lIns="91425" spcFirstLastPara="1" rIns="91425" wrap="square" tIns="91425">
            <a:noAutofit/>
          </a:bodyPr>
          <a:lstStyle>
            <a:lvl1pPr lvl="0" algn="ctr">
              <a:spcBef>
                <a:spcPts val="0"/>
              </a:spcBef>
              <a:spcAft>
                <a:spcPts val="0"/>
              </a:spcAft>
              <a:buSzPts val="3000"/>
              <a:buNone/>
              <a:defRPr sz="60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47" name="Google Shape;347;p52"/>
          <p:cNvSpPr txBox="1"/>
          <p:nvPr>
            <p:ph idx="1" type="subTitle"/>
          </p:nvPr>
        </p:nvSpPr>
        <p:spPr>
          <a:xfrm>
            <a:off x="2380650" y="2784625"/>
            <a:ext cx="4382700" cy="67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348" name="Google Shape;348;p52"/>
          <p:cNvPicPr preferRelativeResize="0"/>
          <p:nvPr/>
        </p:nvPicPr>
        <p:blipFill>
          <a:blip r:embed="rId3">
            <a:alphaModFix amt="86000"/>
          </a:blip>
          <a:stretch>
            <a:fillRect/>
          </a:stretch>
        </p:blipFill>
        <p:spPr>
          <a:xfrm>
            <a:off x="974988" y="172475"/>
            <a:ext cx="1900950" cy="1900950"/>
          </a:xfrm>
          <a:prstGeom prst="rect">
            <a:avLst/>
          </a:prstGeom>
          <a:noFill/>
          <a:ln>
            <a:noFill/>
          </a:ln>
        </p:spPr>
      </p:pic>
      <p:pic>
        <p:nvPicPr>
          <p:cNvPr id="349" name="Google Shape;349;p52"/>
          <p:cNvPicPr preferRelativeResize="0"/>
          <p:nvPr/>
        </p:nvPicPr>
        <p:blipFill>
          <a:blip r:embed="rId3">
            <a:alphaModFix amt="25000"/>
          </a:blip>
          <a:stretch>
            <a:fillRect/>
          </a:stretch>
        </p:blipFill>
        <p:spPr>
          <a:xfrm>
            <a:off x="-143600" y="2073425"/>
            <a:ext cx="1900950" cy="1900950"/>
          </a:xfrm>
          <a:prstGeom prst="rect">
            <a:avLst/>
          </a:prstGeom>
          <a:noFill/>
          <a:ln>
            <a:noFill/>
          </a:ln>
        </p:spPr>
      </p:pic>
      <p:pic>
        <p:nvPicPr>
          <p:cNvPr id="350" name="Google Shape;350;p52"/>
          <p:cNvPicPr preferRelativeResize="0"/>
          <p:nvPr/>
        </p:nvPicPr>
        <p:blipFill>
          <a:blip r:embed="rId3">
            <a:alphaModFix amt="35000"/>
          </a:blip>
          <a:stretch>
            <a:fillRect/>
          </a:stretch>
        </p:blipFill>
        <p:spPr>
          <a:xfrm>
            <a:off x="6377425" y="474375"/>
            <a:ext cx="1900950" cy="1900950"/>
          </a:xfrm>
          <a:prstGeom prst="rect">
            <a:avLst/>
          </a:prstGeom>
          <a:noFill/>
          <a:ln>
            <a:noFill/>
          </a:ln>
        </p:spPr>
      </p:pic>
      <p:pic>
        <p:nvPicPr>
          <p:cNvPr id="351" name="Google Shape;351;p52"/>
          <p:cNvPicPr preferRelativeResize="0"/>
          <p:nvPr/>
        </p:nvPicPr>
        <p:blipFill>
          <a:blip r:embed="rId3">
            <a:alphaModFix amt="75000"/>
          </a:blip>
          <a:stretch>
            <a:fillRect/>
          </a:stretch>
        </p:blipFill>
        <p:spPr>
          <a:xfrm>
            <a:off x="7785088" y="2784625"/>
            <a:ext cx="1900950" cy="190095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2" name="Shape 352"/>
        <p:cNvGrpSpPr/>
        <p:nvPr/>
      </p:nvGrpSpPr>
      <p:grpSpPr>
        <a:xfrm>
          <a:off x="0" y="0"/>
          <a:ext cx="0" cy="0"/>
          <a:chOff x="0" y="0"/>
          <a:chExt cx="0" cy="0"/>
        </a:xfrm>
      </p:grpSpPr>
      <p:sp>
        <p:nvSpPr>
          <p:cNvPr id="353" name="Google Shape;353;p53"/>
          <p:cNvSpPr/>
          <p:nvPr>
            <p:ph idx="2" type="pic"/>
          </p:nvPr>
        </p:nvSpPr>
        <p:spPr>
          <a:xfrm>
            <a:off x="0" y="0"/>
            <a:ext cx="9144000" cy="5143500"/>
          </a:xfrm>
          <a:prstGeom prst="rect">
            <a:avLst/>
          </a:prstGeom>
          <a:noFill/>
          <a:ln>
            <a:noFill/>
          </a:ln>
        </p:spPr>
      </p:sp>
      <p:sp>
        <p:nvSpPr>
          <p:cNvPr id="354" name="Google Shape;354;p53"/>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5" name="Shape 355"/>
        <p:cNvGrpSpPr/>
        <p:nvPr/>
      </p:nvGrpSpPr>
      <p:grpSpPr>
        <a:xfrm>
          <a:off x="0" y="0"/>
          <a:ext cx="0" cy="0"/>
          <a:chOff x="0" y="0"/>
          <a:chExt cx="0" cy="0"/>
        </a:xfrm>
      </p:grpSpPr>
      <p:pic>
        <p:nvPicPr>
          <p:cNvPr id="356" name="Google Shape;356;p54"/>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7" name="Google Shape;357;p54"/>
          <p:cNvSpPr txBox="1"/>
          <p:nvPr>
            <p:ph hasCustomPrompt="1" type="title"/>
          </p:nvPr>
        </p:nvSpPr>
        <p:spPr>
          <a:xfrm>
            <a:off x="1988400" y="1728450"/>
            <a:ext cx="5167200" cy="10452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8" name="Google Shape;358;p54"/>
          <p:cNvSpPr txBox="1"/>
          <p:nvPr>
            <p:ph idx="1" type="subTitle"/>
          </p:nvPr>
        </p:nvSpPr>
        <p:spPr>
          <a:xfrm>
            <a:off x="1988400" y="2773650"/>
            <a:ext cx="5167200" cy="4971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pic>
        <p:nvPicPr>
          <p:cNvPr id="359" name="Google Shape;359;p54"/>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360" name="Google Shape;360;p54"/>
          <p:cNvPicPr preferRelativeResize="0"/>
          <p:nvPr/>
        </p:nvPicPr>
        <p:blipFill>
          <a:blip r:embed="rId3">
            <a:alphaModFix amt="30000"/>
          </a:blip>
          <a:stretch>
            <a:fillRect/>
          </a:stretch>
        </p:blipFill>
        <p:spPr>
          <a:xfrm>
            <a:off x="713225" y="3653525"/>
            <a:ext cx="1900950" cy="1900950"/>
          </a:xfrm>
          <a:prstGeom prst="rect">
            <a:avLst/>
          </a:prstGeom>
          <a:noFill/>
          <a:ln>
            <a:noFill/>
          </a:ln>
        </p:spPr>
      </p:pic>
      <p:pic>
        <p:nvPicPr>
          <p:cNvPr id="361" name="Google Shape;361;p54"/>
          <p:cNvPicPr preferRelativeResize="0"/>
          <p:nvPr/>
        </p:nvPicPr>
        <p:blipFill>
          <a:blip r:embed="rId3">
            <a:alphaModFix amt="60000"/>
          </a:blip>
          <a:stretch>
            <a:fillRect/>
          </a:stretch>
        </p:blipFill>
        <p:spPr>
          <a:xfrm>
            <a:off x="7662150" y="2370575"/>
            <a:ext cx="1900950" cy="19009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62" name="Shape 362"/>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63" name="Shape 363"/>
        <p:cNvGrpSpPr/>
        <p:nvPr/>
      </p:nvGrpSpPr>
      <p:grpSpPr>
        <a:xfrm>
          <a:off x="0" y="0"/>
          <a:ext cx="0" cy="0"/>
          <a:chOff x="0" y="0"/>
          <a:chExt cx="0" cy="0"/>
        </a:xfrm>
      </p:grpSpPr>
      <p:pic>
        <p:nvPicPr>
          <p:cNvPr id="364" name="Google Shape;364;p56"/>
          <p:cNvPicPr preferRelativeResize="0"/>
          <p:nvPr/>
        </p:nvPicPr>
        <p:blipFill>
          <a:blip r:embed="rId2">
            <a:alphaModFix/>
          </a:blip>
          <a:stretch>
            <a:fillRect/>
          </a:stretch>
        </p:blipFill>
        <p:spPr>
          <a:xfrm>
            <a:off x="0" y="0"/>
            <a:ext cx="9144000" cy="5143500"/>
          </a:xfrm>
          <a:prstGeom prst="rect">
            <a:avLst/>
          </a:prstGeom>
          <a:noFill/>
          <a:ln>
            <a:noFill/>
          </a:ln>
        </p:spPr>
      </p:pic>
      <p:sp>
        <p:nvSpPr>
          <p:cNvPr id="365" name="Google Shape;365;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6" name="Google Shape;366;p56"/>
          <p:cNvSpPr txBox="1"/>
          <p:nvPr>
            <p:ph hasCustomPrompt="1" idx="2" type="title"/>
          </p:nvPr>
        </p:nvSpPr>
        <p:spPr>
          <a:xfrm>
            <a:off x="720000" y="1402970"/>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67" name="Google Shape;367;p56"/>
          <p:cNvSpPr txBox="1"/>
          <p:nvPr>
            <p:ph hasCustomPrompt="1" idx="3" type="title"/>
          </p:nvPr>
        </p:nvSpPr>
        <p:spPr>
          <a:xfrm>
            <a:off x="720000" y="3075841"/>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68" name="Google Shape;368;p56"/>
          <p:cNvSpPr txBox="1"/>
          <p:nvPr>
            <p:ph hasCustomPrompt="1" idx="4" type="title"/>
          </p:nvPr>
        </p:nvSpPr>
        <p:spPr>
          <a:xfrm>
            <a:off x="3419271" y="1402970"/>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69" name="Google Shape;369;p56"/>
          <p:cNvSpPr txBox="1"/>
          <p:nvPr>
            <p:ph hasCustomPrompt="1" idx="5" type="title"/>
          </p:nvPr>
        </p:nvSpPr>
        <p:spPr>
          <a:xfrm>
            <a:off x="3419274" y="3075841"/>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70" name="Google Shape;370;p56"/>
          <p:cNvSpPr txBox="1"/>
          <p:nvPr>
            <p:ph hasCustomPrompt="1" idx="6" type="title"/>
          </p:nvPr>
        </p:nvSpPr>
        <p:spPr>
          <a:xfrm>
            <a:off x="6118549" y="1402970"/>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71" name="Google Shape;371;p56"/>
          <p:cNvSpPr txBox="1"/>
          <p:nvPr>
            <p:ph hasCustomPrompt="1" idx="7" type="title"/>
          </p:nvPr>
        </p:nvSpPr>
        <p:spPr>
          <a:xfrm>
            <a:off x="6118549" y="3075841"/>
            <a:ext cx="734700" cy="447600"/>
          </a:xfrm>
          <a:prstGeom prst="rect">
            <a:avLst/>
          </a:prstGeom>
          <a:noFill/>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72" name="Google Shape;372;p56"/>
          <p:cNvSpPr txBox="1"/>
          <p:nvPr>
            <p:ph idx="1" type="subTitle"/>
          </p:nvPr>
        </p:nvSpPr>
        <p:spPr>
          <a:xfrm>
            <a:off x="720000" y="1854202"/>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73" name="Google Shape;373;p56"/>
          <p:cNvSpPr txBox="1"/>
          <p:nvPr>
            <p:ph idx="8" type="subTitle"/>
          </p:nvPr>
        </p:nvSpPr>
        <p:spPr>
          <a:xfrm>
            <a:off x="3419274" y="1854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74" name="Google Shape;374;p56"/>
          <p:cNvSpPr txBox="1"/>
          <p:nvPr>
            <p:ph idx="9" type="subTitle"/>
          </p:nvPr>
        </p:nvSpPr>
        <p:spPr>
          <a:xfrm>
            <a:off x="6118550" y="1854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75" name="Google Shape;375;p56"/>
          <p:cNvSpPr txBox="1"/>
          <p:nvPr>
            <p:ph idx="13" type="subTitle"/>
          </p:nvPr>
        </p:nvSpPr>
        <p:spPr>
          <a:xfrm>
            <a:off x="720000" y="3527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76" name="Google Shape;376;p56"/>
          <p:cNvSpPr txBox="1"/>
          <p:nvPr>
            <p:ph idx="14" type="subTitle"/>
          </p:nvPr>
        </p:nvSpPr>
        <p:spPr>
          <a:xfrm>
            <a:off x="3419275" y="3527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77" name="Google Shape;377;p56"/>
          <p:cNvSpPr txBox="1"/>
          <p:nvPr>
            <p:ph idx="15" type="subTitle"/>
          </p:nvPr>
        </p:nvSpPr>
        <p:spPr>
          <a:xfrm>
            <a:off x="6118550" y="3527200"/>
            <a:ext cx="2305500" cy="7635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378" name="Google Shape;378;p56"/>
          <p:cNvPicPr preferRelativeResize="0"/>
          <p:nvPr/>
        </p:nvPicPr>
        <p:blipFill>
          <a:blip r:embed="rId3">
            <a:alphaModFix/>
          </a:blip>
          <a:stretch>
            <a:fillRect/>
          </a:stretch>
        </p:blipFill>
        <p:spPr>
          <a:xfrm>
            <a:off x="6754463" y="-300750"/>
            <a:ext cx="1900950" cy="1900950"/>
          </a:xfrm>
          <a:prstGeom prst="rect">
            <a:avLst/>
          </a:prstGeom>
          <a:noFill/>
          <a:ln>
            <a:noFill/>
          </a:ln>
        </p:spPr>
      </p:pic>
      <p:pic>
        <p:nvPicPr>
          <p:cNvPr id="379" name="Google Shape;379;p56"/>
          <p:cNvPicPr preferRelativeResize="0"/>
          <p:nvPr/>
        </p:nvPicPr>
        <p:blipFill>
          <a:blip r:embed="rId3">
            <a:alphaModFix amt="23000"/>
          </a:blip>
          <a:stretch>
            <a:fillRect/>
          </a:stretch>
        </p:blipFill>
        <p:spPr>
          <a:xfrm>
            <a:off x="-446250" y="3653525"/>
            <a:ext cx="1900950" cy="1900950"/>
          </a:xfrm>
          <a:prstGeom prst="rect">
            <a:avLst/>
          </a:prstGeom>
          <a:noFill/>
          <a:ln>
            <a:noFill/>
          </a:ln>
        </p:spPr>
      </p:pic>
      <p:pic>
        <p:nvPicPr>
          <p:cNvPr id="380" name="Google Shape;380;p56"/>
          <p:cNvPicPr preferRelativeResize="0"/>
          <p:nvPr/>
        </p:nvPicPr>
        <p:blipFill>
          <a:blip r:embed="rId3">
            <a:alphaModFix amt="36000"/>
          </a:blip>
          <a:stretch>
            <a:fillRect/>
          </a:stretch>
        </p:blipFill>
        <p:spPr>
          <a:xfrm>
            <a:off x="8206138" y="1492400"/>
            <a:ext cx="1900950" cy="190095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81" name="Shape 381"/>
        <p:cNvGrpSpPr/>
        <p:nvPr/>
      </p:nvGrpSpPr>
      <p:grpSpPr>
        <a:xfrm>
          <a:off x="0" y="0"/>
          <a:ext cx="0" cy="0"/>
          <a:chOff x="0" y="0"/>
          <a:chExt cx="0" cy="0"/>
        </a:xfrm>
      </p:grpSpPr>
      <p:pic>
        <p:nvPicPr>
          <p:cNvPr id="382" name="Google Shape;382;p5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83" name="Google Shape;383;p57"/>
          <p:cNvSpPr txBox="1"/>
          <p:nvPr>
            <p:ph type="title"/>
          </p:nvPr>
        </p:nvSpPr>
        <p:spPr>
          <a:xfrm>
            <a:off x="3052375" y="3100300"/>
            <a:ext cx="53784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2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84" name="Google Shape;384;p57"/>
          <p:cNvSpPr txBox="1"/>
          <p:nvPr>
            <p:ph idx="1" type="subTitle"/>
          </p:nvPr>
        </p:nvSpPr>
        <p:spPr>
          <a:xfrm>
            <a:off x="1578475" y="1126425"/>
            <a:ext cx="6852300" cy="18633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385" name="Google Shape;385;p57"/>
          <p:cNvPicPr preferRelativeResize="0"/>
          <p:nvPr/>
        </p:nvPicPr>
        <p:blipFill>
          <a:blip r:embed="rId3">
            <a:alphaModFix amt="86000"/>
          </a:blip>
          <a:stretch>
            <a:fillRect/>
          </a:stretch>
        </p:blipFill>
        <p:spPr>
          <a:xfrm>
            <a:off x="3771963" y="-645675"/>
            <a:ext cx="1900950" cy="1900950"/>
          </a:xfrm>
          <a:prstGeom prst="rect">
            <a:avLst/>
          </a:prstGeom>
          <a:noFill/>
          <a:ln>
            <a:noFill/>
          </a:ln>
        </p:spPr>
      </p:pic>
      <p:pic>
        <p:nvPicPr>
          <p:cNvPr id="386" name="Google Shape;386;p57"/>
          <p:cNvPicPr preferRelativeResize="0"/>
          <p:nvPr/>
        </p:nvPicPr>
        <p:blipFill>
          <a:blip r:embed="rId3">
            <a:alphaModFix amt="24000"/>
          </a:blip>
          <a:stretch>
            <a:fillRect/>
          </a:stretch>
        </p:blipFill>
        <p:spPr>
          <a:xfrm>
            <a:off x="-12" y="2662025"/>
            <a:ext cx="1900950" cy="1900950"/>
          </a:xfrm>
          <a:prstGeom prst="rect">
            <a:avLst/>
          </a:prstGeom>
          <a:noFill/>
          <a:ln>
            <a:noFill/>
          </a:ln>
        </p:spPr>
      </p:pic>
      <p:pic>
        <p:nvPicPr>
          <p:cNvPr id="387" name="Google Shape;387;p57"/>
          <p:cNvPicPr preferRelativeResize="0"/>
          <p:nvPr/>
        </p:nvPicPr>
        <p:blipFill>
          <a:blip r:embed="rId3">
            <a:alphaModFix amt="35000"/>
          </a:blip>
          <a:stretch>
            <a:fillRect/>
          </a:stretch>
        </p:blipFill>
        <p:spPr>
          <a:xfrm>
            <a:off x="7975875" y="3653525"/>
            <a:ext cx="1900950" cy="190095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88" name="Shape 388"/>
        <p:cNvGrpSpPr/>
        <p:nvPr/>
      </p:nvGrpSpPr>
      <p:grpSpPr>
        <a:xfrm>
          <a:off x="0" y="0"/>
          <a:ext cx="0" cy="0"/>
          <a:chOff x="0" y="0"/>
          <a:chExt cx="0" cy="0"/>
        </a:xfrm>
      </p:grpSpPr>
      <p:pic>
        <p:nvPicPr>
          <p:cNvPr id="389" name="Google Shape;389;p58"/>
          <p:cNvPicPr preferRelativeResize="0"/>
          <p:nvPr/>
        </p:nvPicPr>
        <p:blipFill>
          <a:blip r:embed="rId2">
            <a:alphaModFix amt="86000"/>
          </a:blip>
          <a:stretch>
            <a:fillRect/>
          </a:stretch>
        </p:blipFill>
        <p:spPr>
          <a:xfrm>
            <a:off x="2890038" y="-128350"/>
            <a:ext cx="1900950" cy="1900950"/>
          </a:xfrm>
          <a:prstGeom prst="rect">
            <a:avLst/>
          </a:prstGeom>
          <a:noFill/>
          <a:ln>
            <a:noFill/>
          </a:ln>
        </p:spPr>
      </p:pic>
      <p:pic>
        <p:nvPicPr>
          <p:cNvPr id="390" name="Google Shape;390;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391" name="Google Shape;391;p58"/>
          <p:cNvSpPr txBox="1"/>
          <p:nvPr>
            <p:ph type="title"/>
          </p:nvPr>
        </p:nvSpPr>
        <p:spPr>
          <a:xfrm>
            <a:off x="4653875" y="1485275"/>
            <a:ext cx="3519600" cy="11163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2" name="Google Shape;392;p58"/>
          <p:cNvSpPr txBox="1"/>
          <p:nvPr>
            <p:ph idx="1" type="subTitle"/>
          </p:nvPr>
        </p:nvSpPr>
        <p:spPr>
          <a:xfrm>
            <a:off x="4653875" y="2897725"/>
            <a:ext cx="3519600" cy="76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93" name="Google Shape;393;p58"/>
          <p:cNvSpPr/>
          <p:nvPr>
            <p:ph idx="2" type="pic"/>
          </p:nvPr>
        </p:nvSpPr>
        <p:spPr>
          <a:xfrm flipH="1">
            <a:off x="970512" y="1012925"/>
            <a:ext cx="3117600" cy="3117600"/>
          </a:xfrm>
          <a:prstGeom prst="rect">
            <a:avLst/>
          </a:prstGeom>
          <a:noFill/>
          <a:ln cap="flat" cmpd="sng" w="9525">
            <a:solidFill>
              <a:schemeClr val="dk1"/>
            </a:solidFill>
            <a:prstDash val="solid"/>
            <a:round/>
            <a:headEnd len="sm" w="sm" type="none"/>
            <a:tailEnd len="sm" w="sm" type="none"/>
          </a:ln>
        </p:spPr>
      </p:sp>
      <p:pic>
        <p:nvPicPr>
          <p:cNvPr id="394" name="Google Shape;394;p58"/>
          <p:cNvPicPr preferRelativeResize="0"/>
          <p:nvPr/>
        </p:nvPicPr>
        <p:blipFill>
          <a:blip r:embed="rId2">
            <a:alphaModFix amt="25000"/>
          </a:blip>
          <a:stretch>
            <a:fillRect/>
          </a:stretch>
        </p:blipFill>
        <p:spPr>
          <a:xfrm>
            <a:off x="-237250" y="3166675"/>
            <a:ext cx="1900950" cy="1900950"/>
          </a:xfrm>
          <a:prstGeom prst="rect">
            <a:avLst/>
          </a:prstGeom>
          <a:noFill/>
          <a:ln>
            <a:noFill/>
          </a:ln>
        </p:spPr>
      </p:pic>
      <p:pic>
        <p:nvPicPr>
          <p:cNvPr id="395" name="Google Shape;395;p58"/>
          <p:cNvPicPr preferRelativeResize="0"/>
          <p:nvPr/>
        </p:nvPicPr>
        <p:blipFill>
          <a:blip r:embed="rId2">
            <a:alphaModFix amt="75000"/>
          </a:blip>
          <a:stretch>
            <a:fillRect/>
          </a:stretch>
        </p:blipFill>
        <p:spPr>
          <a:xfrm>
            <a:off x="8173463" y="3242550"/>
            <a:ext cx="1900950" cy="190095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396" name="Shape 396"/>
        <p:cNvGrpSpPr/>
        <p:nvPr/>
      </p:nvGrpSpPr>
      <p:grpSpPr>
        <a:xfrm>
          <a:off x="0" y="0"/>
          <a:ext cx="0" cy="0"/>
          <a:chOff x="0" y="0"/>
          <a:chExt cx="0" cy="0"/>
        </a:xfrm>
      </p:grpSpPr>
      <p:pic>
        <p:nvPicPr>
          <p:cNvPr id="397" name="Google Shape;397;p59"/>
          <p:cNvPicPr preferRelativeResize="0"/>
          <p:nvPr/>
        </p:nvPicPr>
        <p:blipFill>
          <a:blip r:embed="rId2">
            <a:alphaModFix/>
          </a:blip>
          <a:stretch>
            <a:fillRect/>
          </a:stretch>
        </p:blipFill>
        <p:spPr>
          <a:xfrm>
            <a:off x="0" y="0"/>
            <a:ext cx="9144000" cy="5143500"/>
          </a:xfrm>
          <a:prstGeom prst="rect">
            <a:avLst/>
          </a:prstGeom>
          <a:noFill/>
          <a:ln>
            <a:noFill/>
          </a:ln>
        </p:spPr>
      </p:pic>
      <p:sp>
        <p:nvSpPr>
          <p:cNvPr id="398" name="Google Shape;398;p59"/>
          <p:cNvSpPr txBox="1"/>
          <p:nvPr>
            <p:ph type="title"/>
          </p:nvPr>
        </p:nvSpPr>
        <p:spPr>
          <a:xfrm>
            <a:off x="1303200" y="967288"/>
            <a:ext cx="6537600" cy="927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99" name="Google Shape;399;p59"/>
          <p:cNvSpPr txBox="1"/>
          <p:nvPr>
            <p:ph idx="1" type="subTitle"/>
          </p:nvPr>
        </p:nvSpPr>
        <p:spPr>
          <a:xfrm>
            <a:off x="1303200" y="1966113"/>
            <a:ext cx="6537600" cy="2210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00" name="Google Shape;400;p59"/>
          <p:cNvPicPr preferRelativeResize="0"/>
          <p:nvPr/>
        </p:nvPicPr>
        <p:blipFill>
          <a:blip r:embed="rId3">
            <a:alphaModFix amt="25000"/>
          </a:blip>
          <a:stretch>
            <a:fillRect/>
          </a:stretch>
        </p:blipFill>
        <p:spPr>
          <a:xfrm>
            <a:off x="-542000" y="-594325"/>
            <a:ext cx="1900950" cy="1900950"/>
          </a:xfrm>
          <a:prstGeom prst="rect">
            <a:avLst/>
          </a:prstGeom>
          <a:noFill/>
          <a:ln>
            <a:noFill/>
          </a:ln>
        </p:spPr>
      </p:pic>
      <p:pic>
        <p:nvPicPr>
          <p:cNvPr id="401" name="Google Shape;401;p59"/>
          <p:cNvPicPr preferRelativeResize="0"/>
          <p:nvPr/>
        </p:nvPicPr>
        <p:blipFill>
          <a:blip r:embed="rId3">
            <a:alphaModFix amt="75000"/>
          </a:blip>
          <a:stretch>
            <a:fillRect/>
          </a:stretch>
        </p:blipFill>
        <p:spPr>
          <a:xfrm>
            <a:off x="2921263" y="3915800"/>
            <a:ext cx="2210100" cy="2210100"/>
          </a:xfrm>
          <a:prstGeom prst="rect">
            <a:avLst/>
          </a:prstGeom>
          <a:noFill/>
          <a:ln>
            <a:noFill/>
          </a:ln>
        </p:spPr>
      </p:pic>
      <p:pic>
        <p:nvPicPr>
          <p:cNvPr id="402" name="Google Shape;402;p59"/>
          <p:cNvPicPr preferRelativeResize="0"/>
          <p:nvPr/>
        </p:nvPicPr>
        <p:blipFill>
          <a:blip r:embed="rId3">
            <a:alphaModFix amt="25000"/>
          </a:blip>
          <a:stretch>
            <a:fillRect/>
          </a:stretch>
        </p:blipFill>
        <p:spPr>
          <a:xfrm>
            <a:off x="8065775" y="1046100"/>
            <a:ext cx="1900950" cy="190095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403" name="Shape 403"/>
        <p:cNvGrpSpPr/>
        <p:nvPr/>
      </p:nvGrpSpPr>
      <p:grpSpPr>
        <a:xfrm>
          <a:off x="0" y="0"/>
          <a:ext cx="0" cy="0"/>
          <a:chOff x="0" y="0"/>
          <a:chExt cx="0" cy="0"/>
        </a:xfrm>
      </p:grpSpPr>
      <p:pic>
        <p:nvPicPr>
          <p:cNvPr id="404" name="Google Shape;404;p60"/>
          <p:cNvPicPr preferRelativeResize="0"/>
          <p:nvPr/>
        </p:nvPicPr>
        <p:blipFill>
          <a:blip r:embed="rId2">
            <a:alphaModFix/>
          </a:blip>
          <a:stretch>
            <a:fillRect/>
          </a:stretch>
        </p:blipFill>
        <p:spPr>
          <a:xfrm>
            <a:off x="0" y="0"/>
            <a:ext cx="9144000" cy="5143500"/>
          </a:xfrm>
          <a:prstGeom prst="rect">
            <a:avLst/>
          </a:prstGeom>
          <a:noFill/>
          <a:ln>
            <a:noFill/>
          </a:ln>
        </p:spPr>
      </p:pic>
      <p:sp>
        <p:nvSpPr>
          <p:cNvPr id="405" name="Google Shape;405;p60"/>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06" name="Google Shape;406;p60"/>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07" name="Google Shape;407;p60"/>
          <p:cNvPicPr preferRelativeResize="0"/>
          <p:nvPr/>
        </p:nvPicPr>
        <p:blipFill>
          <a:blip r:embed="rId3">
            <a:alphaModFix amt="60000"/>
          </a:blip>
          <a:stretch>
            <a:fillRect/>
          </a:stretch>
        </p:blipFill>
        <p:spPr>
          <a:xfrm>
            <a:off x="7662150" y="799800"/>
            <a:ext cx="1900950" cy="1900950"/>
          </a:xfrm>
          <a:prstGeom prst="rect">
            <a:avLst/>
          </a:prstGeom>
          <a:noFill/>
          <a:ln>
            <a:noFill/>
          </a:ln>
        </p:spPr>
      </p:pic>
      <p:pic>
        <p:nvPicPr>
          <p:cNvPr id="408" name="Google Shape;408;p60"/>
          <p:cNvPicPr preferRelativeResize="0"/>
          <p:nvPr/>
        </p:nvPicPr>
        <p:blipFill>
          <a:blip r:embed="rId3">
            <a:alphaModFix amt="30000"/>
          </a:blip>
          <a:stretch>
            <a:fillRect/>
          </a:stretch>
        </p:blipFill>
        <p:spPr>
          <a:xfrm>
            <a:off x="713225" y="3653525"/>
            <a:ext cx="1900950" cy="1900950"/>
          </a:xfrm>
          <a:prstGeom prst="rect">
            <a:avLst/>
          </a:prstGeom>
          <a:noFill/>
          <a:ln>
            <a:noFill/>
          </a:ln>
        </p:spPr>
      </p:pic>
      <p:pic>
        <p:nvPicPr>
          <p:cNvPr id="409" name="Google Shape;409;p60"/>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410" name="Google Shape;410;p60"/>
          <p:cNvPicPr preferRelativeResize="0"/>
          <p:nvPr/>
        </p:nvPicPr>
        <p:blipFill>
          <a:blip r:embed="rId3">
            <a:alphaModFix/>
          </a:blip>
          <a:stretch>
            <a:fillRect/>
          </a:stretch>
        </p:blipFill>
        <p:spPr>
          <a:xfrm>
            <a:off x="-237250" y="-690125"/>
            <a:ext cx="1900950" cy="1900950"/>
          </a:xfrm>
          <a:prstGeom prst="rect">
            <a:avLst/>
          </a:prstGeom>
          <a:noFill/>
          <a:ln>
            <a:noFill/>
          </a:ln>
        </p:spPr>
      </p:pic>
      <p:pic>
        <p:nvPicPr>
          <p:cNvPr id="411" name="Google Shape;411;p60"/>
          <p:cNvPicPr preferRelativeResize="0"/>
          <p:nvPr/>
        </p:nvPicPr>
        <p:blipFill>
          <a:blip r:embed="rId3">
            <a:alphaModFix amt="30000"/>
          </a:blip>
          <a:stretch>
            <a:fillRect/>
          </a:stretch>
        </p:blipFill>
        <p:spPr>
          <a:xfrm>
            <a:off x="713225" y="3653525"/>
            <a:ext cx="1900950" cy="1900950"/>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412" name="Shape 412"/>
        <p:cNvGrpSpPr/>
        <p:nvPr/>
      </p:nvGrpSpPr>
      <p:grpSpPr>
        <a:xfrm>
          <a:off x="0" y="0"/>
          <a:ext cx="0" cy="0"/>
          <a:chOff x="0" y="0"/>
          <a:chExt cx="0" cy="0"/>
        </a:xfrm>
      </p:grpSpPr>
      <p:pic>
        <p:nvPicPr>
          <p:cNvPr id="413" name="Google Shape;413;p6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14" name="Google Shape;414;p61"/>
          <p:cNvSpPr txBox="1"/>
          <p:nvPr>
            <p:ph type="title"/>
          </p:nvPr>
        </p:nvSpPr>
        <p:spPr>
          <a:xfrm>
            <a:off x="4837200" y="1501200"/>
            <a:ext cx="35934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15" name="Google Shape;415;p61"/>
          <p:cNvSpPr txBox="1"/>
          <p:nvPr>
            <p:ph idx="1" type="subTitle"/>
          </p:nvPr>
        </p:nvSpPr>
        <p:spPr>
          <a:xfrm>
            <a:off x="4837371" y="2562000"/>
            <a:ext cx="3593400" cy="1080300"/>
          </a:xfrm>
          <a:prstGeom prst="rect">
            <a:avLst/>
          </a:prstGeom>
        </p:spPr>
        <p:txBody>
          <a:bodyPr anchorCtr="0" anchor="t" bIns="91425" lIns="91425" spcFirstLastPara="1" rIns="91425" wrap="square" tIns="91425">
            <a:noAutofit/>
          </a:bodyPr>
          <a:lstStyle>
            <a:lvl1pPr lvl="0" algn="r">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16" name="Google Shape;416;p61"/>
          <p:cNvPicPr preferRelativeResize="0"/>
          <p:nvPr/>
        </p:nvPicPr>
        <p:blipFill>
          <a:blip r:embed="rId3">
            <a:alphaModFix/>
          </a:blip>
          <a:stretch>
            <a:fillRect/>
          </a:stretch>
        </p:blipFill>
        <p:spPr>
          <a:xfrm flipH="1" rot="10800000">
            <a:off x="-237250" y="3653525"/>
            <a:ext cx="1900950" cy="1900950"/>
          </a:xfrm>
          <a:prstGeom prst="rect">
            <a:avLst/>
          </a:prstGeom>
          <a:noFill/>
          <a:ln>
            <a:noFill/>
          </a:ln>
        </p:spPr>
      </p:pic>
      <p:pic>
        <p:nvPicPr>
          <p:cNvPr id="417" name="Google Shape;417;p61"/>
          <p:cNvPicPr preferRelativeResize="0"/>
          <p:nvPr/>
        </p:nvPicPr>
        <p:blipFill>
          <a:blip r:embed="rId3">
            <a:alphaModFix amt="30000"/>
          </a:blip>
          <a:stretch>
            <a:fillRect/>
          </a:stretch>
        </p:blipFill>
        <p:spPr>
          <a:xfrm flipH="1" rot="10800000">
            <a:off x="449100" y="-470025"/>
            <a:ext cx="1900950" cy="1900950"/>
          </a:xfrm>
          <a:prstGeom prst="rect">
            <a:avLst/>
          </a:prstGeom>
          <a:noFill/>
          <a:ln>
            <a:noFill/>
          </a:ln>
        </p:spPr>
      </p:pic>
      <p:pic>
        <p:nvPicPr>
          <p:cNvPr id="418" name="Google Shape;418;p61"/>
          <p:cNvPicPr preferRelativeResize="0"/>
          <p:nvPr/>
        </p:nvPicPr>
        <p:blipFill>
          <a:blip r:embed="rId3">
            <a:alphaModFix amt="60000"/>
          </a:blip>
          <a:stretch>
            <a:fillRect/>
          </a:stretch>
        </p:blipFill>
        <p:spPr>
          <a:xfrm flipH="1" rot="10800000">
            <a:off x="7662150" y="-250975"/>
            <a:ext cx="1900950" cy="1900950"/>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19" name="Shape 419"/>
        <p:cNvGrpSpPr/>
        <p:nvPr/>
      </p:nvGrpSpPr>
      <p:grpSpPr>
        <a:xfrm>
          <a:off x="0" y="0"/>
          <a:ext cx="0" cy="0"/>
          <a:chOff x="0" y="0"/>
          <a:chExt cx="0" cy="0"/>
        </a:xfrm>
      </p:grpSpPr>
      <p:pic>
        <p:nvPicPr>
          <p:cNvPr id="420" name="Google Shape;420;p62"/>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1" name="Google Shape;421;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22" name="Google Shape;422;p62"/>
          <p:cNvSpPr txBox="1"/>
          <p:nvPr>
            <p:ph idx="1" type="subTitle"/>
          </p:nvPr>
        </p:nvSpPr>
        <p:spPr>
          <a:xfrm>
            <a:off x="4911372" y="2463900"/>
            <a:ext cx="3054900" cy="77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3" name="Google Shape;423;p62"/>
          <p:cNvSpPr txBox="1"/>
          <p:nvPr>
            <p:ph idx="2" type="subTitle"/>
          </p:nvPr>
        </p:nvSpPr>
        <p:spPr>
          <a:xfrm>
            <a:off x="1177697" y="2463900"/>
            <a:ext cx="3054900" cy="77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4" name="Google Shape;424;p62"/>
          <p:cNvSpPr txBox="1"/>
          <p:nvPr>
            <p:ph idx="3" type="subTitle"/>
          </p:nvPr>
        </p:nvSpPr>
        <p:spPr>
          <a:xfrm>
            <a:off x="1177698" y="1905000"/>
            <a:ext cx="3054900" cy="5589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25" name="Google Shape;425;p62"/>
          <p:cNvSpPr txBox="1"/>
          <p:nvPr>
            <p:ph idx="4" type="subTitle"/>
          </p:nvPr>
        </p:nvSpPr>
        <p:spPr>
          <a:xfrm>
            <a:off x="4911403" y="1905000"/>
            <a:ext cx="3054900" cy="5589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426" name="Google Shape;426;p62"/>
          <p:cNvPicPr preferRelativeResize="0"/>
          <p:nvPr/>
        </p:nvPicPr>
        <p:blipFill>
          <a:blip r:embed="rId3">
            <a:alphaModFix/>
          </a:blip>
          <a:stretch>
            <a:fillRect/>
          </a:stretch>
        </p:blipFill>
        <p:spPr>
          <a:xfrm>
            <a:off x="-926975" y="-462675"/>
            <a:ext cx="1900950" cy="1900950"/>
          </a:xfrm>
          <a:prstGeom prst="rect">
            <a:avLst/>
          </a:prstGeom>
          <a:noFill/>
          <a:ln>
            <a:noFill/>
          </a:ln>
        </p:spPr>
      </p:pic>
      <p:pic>
        <p:nvPicPr>
          <p:cNvPr id="427" name="Google Shape;427;p62"/>
          <p:cNvPicPr preferRelativeResize="0"/>
          <p:nvPr/>
        </p:nvPicPr>
        <p:blipFill>
          <a:blip r:embed="rId3">
            <a:alphaModFix amt="30000"/>
          </a:blip>
          <a:stretch>
            <a:fillRect/>
          </a:stretch>
        </p:blipFill>
        <p:spPr>
          <a:xfrm>
            <a:off x="199600" y="3653525"/>
            <a:ext cx="1900950" cy="1900950"/>
          </a:xfrm>
          <a:prstGeom prst="rect">
            <a:avLst/>
          </a:prstGeom>
          <a:noFill/>
          <a:ln>
            <a:noFill/>
          </a:ln>
        </p:spPr>
      </p:pic>
      <p:pic>
        <p:nvPicPr>
          <p:cNvPr id="428" name="Google Shape;428;p62"/>
          <p:cNvPicPr preferRelativeResize="0"/>
          <p:nvPr/>
        </p:nvPicPr>
        <p:blipFill>
          <a:blip r:embed="rId3">
            <a:alphaModFix amt="60000"/>
          </a:blip>
          <a:stretch>
            <a:fillRect/>
          </a:stretch>
        </p:blipFill>
        <p:spPr>
          <a:xfrm>
            <a:off x="7735525" y="445025"/>
            <a:ext cx="1900950" cy="190095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29" name="Shape 429"/>
        <p:cNvGrpSpPr/>
        <p:nvPr/>
      </p:nvGrpSpPr>
      <p:grpSpPr>
        <a:xfrm>
          <a:off x="0" y="0"/>
          <a:ext cx="0" cy="0"/>
          <a:chOff x="0" y="0"/>
          <a:chExt cx="0" cy="0"/>
        </a:xfrm>
      </p:grpSpPr>
      <p:pic>
        <p:nvPicPr>
          <p:cNvPr id="430" name="Google Shape;430;p63"/>
          <p:cNvPicPr preferRelativeResize="0"/>
          <p:nvPr/>
        </p:nvPicPr>
        <p:blipFill>
          <a:blip r:embed="rId2">
            <a:alphaModFix/>
          </a:blip>
          <a:stretch>
            <a:fillRect/>
          </a:stretch>
        </p:blipFill>
        <p:spPr>
          <a:xfrm>
            <a:off x="0" y="0"/>
            <a:ext cx="9144000" cy="5143500"/>
          </a:xfrm>
          <a:prstGeom prst="rect">
            <a:avLst/>
          </a:prstGeom>
          <a:noFill/>
          <a:ln>
            <a:noFill/>
          </a:ln>
        </p:spPr>
      </p:pic>
      <p:sp>
        <p:nvSpPr>
          <p:cNvPr id="431" name="Google Shape;431;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32" name="Google Shape;432;p63"/>
          <p:cNvSpPr txBox="1"/>
          <p:nvPr>
            <p:ph idx="1" type="subTitle"/>
          </p:nvPr>
        </p:nvSpPr>
        <p:spPr>
          <a:xfrm>
            <a:off x="4947753"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3" name="Google Shape;433;p63"/>
          <p:cNvSpPr txBox="1"/>
          <p:nvPr>
            <p:ph idx="2" type="subTitle"/>
          </p:nvPr>
        </p:nvSpPr>
        <p:spPr>
          <a:xfrm>
            <a:off x="1155450"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pic>
        <p:nvPicPr>
          <p:cNvPr id="434" name="Google Shape;434;p63"/>
          <p:cNvPicPr preferRelativeResize="0"/>
          <p:nvPr/>
        </p:nvPicPr>
        <p:blipFill>
          <a:blip r:embed="rId3">
            <a:alphaModFix amt="52999"/>
          </a:blip>
          <a:stretch>
            <a:fillRect/>
          </a:stretch>
        </p:blipFill>
        <p:spPr>
          <a:xfrm>
            <a:off x="-465850" y="3764250"/>
            <a:ext cx="1900950" cy="1900950"/>
          </a:xfrm>
          <a:prstGeom prst="rect">
            <a:avLst/>
          </a:prstGeom>
          <a:noFill/>
          <a:ln>
            <a:noFill/>
          </a:ln>
        </p:spPr>
      </p:pic>
      <p:pic>
        <p:nvPicPr>
          <p:cNvPr id="435" name="Google Shape;435;p63"/>
          <p:cNvPicPr preferRelativeResize="0"/>
          <p:nvPr/>
        </p:nvPicPr>
        <p:blipFill>
          <a:blip r:embed="rId3">
            <a:alphaModFix amt="60000"/>
          </a:blip>
          <a:stretch>
            <a:fillRect/>
          </a:stretch>
        </p:blipFill>
        <p:spPr>
          <a:xfrm>
            <a:off x="8322550" y="1489975"/>
            <a:ext cx="1900950" cy="1900950"/>
          </a:xfrm>
          <a:prstGeom prst="rect">
            <a:avLst/>
          </a:prstGeom>
          <a:noFill/>
          <a:ln>
            <a:noFill/>
          </a:ln>
        </p:spPr>
      </p:pic>
      <p:pic>
        <p:nvPicPr>
          <p:cNvPr id="436" name="Google Shape;436;p63"/>
          <p:cNvPicPr preferRelativeResize="0"/>
          <p:nvPr/>
        </p:nvPicPr>
        <p:blipFill>
          <a:blip r:embed="rId3">
            <a:alphaModFix amt="76000"/>
          </a:blip>
          <a:stretch>
            <a:fillRect/>
          </a:stretch>
        </p:blipFill>
        <p:spPr>
          <a:xfrm>
            <a:off x="7480300" y="-969775"/>
            <a:ext cx="1900950" cy="190095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37" name="Shape 437"/>
        <p:cNvGrpSpPr/>
        <p:nvPr/>
      </p:nvGrpSpPr>
      <p:grpSpPr>
        <a:xfrm>
          <a:off x="0" y="0"/>
          <a:ext cx="0" cy="0"/>
          <a:chOff x="0" y="0"/>
          <a:chExt cx="0" cy="0"/>
        </a:xfrm>
      </p:grpSpPr>
      <p:pic>
        <p:nvPicPr>
          <p:cNvPr id="438" name="Google Shape;438;p64"/>
          <p:cNvPicPr preferRelativeResize="0"/>
          <p:nvPr/>
        </p:nvPicPr>
        <p:blipFill>
          <a:blip r:embed="rId2">
            <a:alphaModFix/>
          </a:blip>
          <a:stretch>
            <a:fillRect/>
          </a:stretch>
        </p:blipFill>
        <p:spPr>
          <a:xfrm>
            <a:off x="0" y="0"/>
            <a:ext cx="9144000" cy="5143500"/>
          </a:xfrm>
          <a:prstGeom prst="rect">
            <a:avLst/>
          </a:prstGeom>
          <a:noFill/>
          <a:ln>
            <a:noFill/>
          </a:ln>
        </p:spPr>
      </p:pic>
      <p:sp>
        <p:nvSpPr>
          <p:cNvPr id="439" name="Google Shape;439;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40" name="Google Shape;440;p64"/>
          <p:cNvSpPr txBox="1"/>
          <p:nvPr>
            <p:ph idx="1" type="subTitle"/>
          </p:nvPr>
        </p:nvSpPr>
        <p:spPr>
          <a:xfrm>
            <a:off x="720059" y="1734240"/>
            <a:ext cx="6874200" cy="444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1" name="Google Shape;441;p64"/>
          <p:cNvSpPr txBox="1"/>
          <p:nvPr>
            <p:ph idx="2" type="subTitle"/>
          </p:nvPr>
        </p:nvSpPr>
        <p:spPr>
          <a:xfrm>
            <a:off x="719992" y="2841520"/>
            <a:ext cx="6874200" cy="444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2" name="Google Shape;442;p64"/>
          <p:cNvSpPr txBox="1"/>
          <p:nvPr>
            <p:ph idx="3" type="subTitle"/>
          </p:nvPr>
        </p:nvSpPr>
        <p:spPr>
          <a:xfrm>
            <a:off x="719925" y="3948800"/>
            <a:ext cx="6874200" cy="444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3" name="Google Shape;443;p64"/>
          <p:cNvSpPr txBox="1"/>
          <p:nvPr>
            <p:ph idx="4" type="subTitle"/>
          </p:nvPr>
        </p:nvSpPr>
        <p:spPr>
          <a:xfrm>
            <a:off x="720059" y="1371125"/>
            <a:ext cx="6874200" cy="363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4" name="Google Shape;444;p64"/>
          <p:cNvSpPr txBox="1"/>
          <p:nvPr>
            <p:ph idx="5" type="subTitle"/>
          </p:nvPr>
        </p:nvSpPr>
        <p:spPr>
          <a:xfrm>
            <a:off x="720002" y="2478398"/>
            <a:ext cx="6874200" cy="363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45" name="Google Shape;445;p64"/>
          <p:cNvSpPr txBox="1"/>
          <p:nvPr>
            <p:ph idx="6" type="subTitle"/>
          </p:nvPr>
        </p:nvSpPr>
        <p:spPr>
          <a:xfrm>
            <a:off x="719925" y="3585672"/>
            <a:ext cx="6874200" cy="363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pic>
        <p:nvPicPr>
          <p:cNvPr id="446" name="Google Shape;446;p64"/>
          <p:cNvPicPr preferRelativeResize="0"/>
          <p:nvPr/>
        </p:nvPicPr>
        <p:blipFill>
          <a:blip r:embed="rId3">
            <a:alphaModFix amt="60000"/>
          </a:blip>
          <a:stretch>
            <a:fillRect/>
          </a:stretch>
        </p:blipFill>
        <p:spPr>
          <a:xfrm flipH="1" rot="10800000">
            <a:off x="-1187725" y="1584575"/>
            <a:ext cx="1900950" cy="1900950"/>
          </a:xfrm>
          <a:prstGeom prst="rect">
            <a:avLst/>
          </a:prstGeom>
          <a:noFill/>
          <a:ln>
            <a:noFill/>
          </a:ln>
        </p:spPr>
      </p:pic>
      <p:pic>
        <p:nvPicPr>
          <p:cNvPr id="447" name="Google Shape;447;p64"/>
          <p:cNvPicPr preferRelativeResize="0"/>
          <p:nvPr/>
        </p:nvPicPr>
        <p:blipFill>
          <a:blip r:embed="rId3">
            <a:alphaModFix amt="30000"/>
          </a:blip>
          <a:stretch>
            <a:fillRect/>
          </a:stretch>
        </p:blipFill>
        <p:spPr>
          <a:xfrm flipH="1" rot="10800000">
            <a:off x="3919650" y="-921125"/>
            <a:ext cx="1900950" cy="1900950"/>
          </a:xfrm>
          <a:prstGeom prst="rect">
            <a:avLst/>
          </a:prstGeom>
          <a:noFill/>
          <a:ln>
            <a:noFill/>
          </a:ln>
        </p:spPr>
      </p:pic>
      <p:pic>
        <p:nvPicPr>
          <p:cNvPr id="448" name="Google Shape;448;p64"/>
          <p:cNvPicPr preferRelativeResize="0"/>
          <p:nvPr/>
        </p:nvPicPr>
        <p:blipFill>
          <a:blip r:embed="rId3">
            <a:alphaModFix/>
          </a:blip>
          <a:stretch>
            <a:fillRect/>
          </a:stretch>
        </p:blipFill>
        <p:spPr>
          <a:xfrm flipH="1" rot="10800000">
            <a:off x="7997825" y="3714000"/>
            <a:ext cx="1900950" cy="190095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49" name="Shape 449"/>
        <p:cNvGrpSpPr/>
        <p:nvPr/>
      </p:nvGrpSpPr>
      <p:grpSpPr>
        <a:xfrm>
          <a:off x="0" y="0"/>
          <a:ext cx="0" cy="0"/>
          <a:chOff x="0" y="0"/>
          <a:chExt cx="0" cy="0"/>
        </a:xfrm>
      </p:grpSpPr>
      <p:pic>
        <p:nvPicPr>
          <p:cNvPr id="450" name="Google Shape;450;p65"/>
          <p:cNvPicPr preferRelativeResize="0"/>
          <p:nvPr/>
        </p:nvPicPr>
        <p:blipFill>
          <a:blip r:embed="rId2">
            <a:alphaModFix/>
          </a:blip>
          <a:stretch>
            <a:fillRect/>
          </a:stretch>
        </p:blipFill>
        <p:spPr>
          <a:xfrm>
            <a:off x="0" y="0"/>
            <a:ext cx="9144000" cy="5143500"/>
          </a:xfrm>
          <a:prstGeom prst="rect">
            <a:avLst/>
          </a:prstGeom>
          <a:noFill/>
          <a:ln>
            <a:noFill/>
          </a:ln>
        </p:spPr>
      </p:pic>
      <p:sp>
        <p:nvSpPr>
          <p:cNvPr id="451" name="Google Shape;451;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52" name="Google Shape;452;p65"/>
          <p:cNvSpPr txBox="1"/>
          <p:nvPr>
            <p:ph idx="1" type="subTitle"/>
          </p:nvPr>
        </p:nvSpPr>
        <p:spPr>
          <a:xfrm>
            <a:off x="1253225" y="1685400"/>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3" name="Google Shape;453;p65"/>
          <p:cNvSpPr txBox="1"/>
          <p:nvPr>
            <p:ph idx="2" type="subTitle"/>
          </p:nvPr>
        </p:nvSpPr>
        <p:spPr>
          <a:xfrm>
            <a:off x="5079776" y="1685400"/>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4" name="Google Shape;454;p65"/>
          <p:cNvSpPr txBox="1"/>
          <p:nvPr>
            <p:ph idx="3" type="subTitle"/>
          </p:nvPr>
        </p:nvSpPr>
        <p:spPr>
          <a:xfrm>
            <a:off x="1253225" y="3345975"/>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5" name="Google Shape;455;p65"/>
          <p:cNvSpPr txBox="1"/>
          <p:nvPr>
            <p:ph idx="4" type="subTitle"/>
          </p:nvPr>
        </p:nvSpPr>
        <p:spPr>
          <a:xfrm>
            <a:off x="5079776" y="3345975"/>
            <a:ext cx="2811000" cy="105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56" name="Google Shape;456;p65"/>
          <p:cNvSpPr txBox="1"/>
          <p:nvPr>
            <p:ph idx="5" type="subTitle"/>
          </p:nvPr>
        </p:nvSpPr>
        <p:spPr>
          <a:xfrm>
            <a:off x="1253224" y="131585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57" name="Google Shape;457;p65"/>
          <p:cNvSpPr txBox="1"/>
          <p:nvPr>
            <p:ph idx="6" type="subTitle"/>
          </p:nvPr>
        </p:nvSpPr>
        <p:spPr>
          <a:xfrm>
            <a:off x="1253224" y="297650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58" name="Google Shape;458;p65"/>
          <p:cNvSpPr txBox="1"/>
          <p:nvPr>
            <p:ph idx="7" type="subTitle"/>
          </p:nvPr>
        </p:nvSpPr>
        <p:spPr>
          <a:xfrm>
            <a:off x="5079749" y="131585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59" name="Google Shape;459;p65"/>
          <p:cNvSpPr txBox="1"/>
          <p:nvPr>
            <p:ph idx="8" type="subTitle"/>
          </p:nvPr>
        </p:nvSpPr>
        <p:spPr>
          <a:xfrm>
            <a:off x="5079749" y="2976500"/>
            <a:ext cx="28110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pic>
        <p:nvPicPr>
          <p:cNvPr id="460" name="Google Shape;460;p65"/>
          <p:cNvPicPr preferRelativeResize="0"/>
          <p:nvPr/>
        </p:nvPicPr>
        <p:blipFill>
          <a:blip r:embed="rId3">
            <a:alphaModFix/>
          </a:blip>
          <a:stretch>
            <a:fillRect/>
          </a:stretch>
        </p:blipFill>
        <p:spPr>
          <a:xfrm>
            <a:off x="-1051700" y="799375"/>
            <a:ext cx="1900950" cy="1900950"/>
          </a:xfrm>
          <a:prstGeom prst="rect">
            <a:avLst/>
          </a:prstGeom>
          <a:noFill/>
          <a:ln>
            <a:noFill/>
          </a:ln>
        </p:spPr>
      </p:pic>
      <p:pic>
        <p:nvPicPr>
          <p:cNvPr id="461" name="Google Shape;461;p65"/>
          <p:cNvPicPr preferRelativeResize="0"/>
          <p:nvPr/>
        </p:nvPicPr>
        <p:blipFill>
          <a:blip r:embed="rId3">
            <a:alphaModFix amt="30000"/>
          </a:blip>
          <a:stretch>
            <a:fillRect/>
          </a:stretch>
        </p:blipFill>
        <p:spPr>
          <a:xfrm>
            <a:off x="6142725" y="4399275"/>
            <a:ext cx="1900950" cy="1900950"/>
          </a:xfrm>
          <a:prstGeom prst="rect">
            <a:avLst/>
          </a:prstGeom>
          <a:noFill/>
          <a:ln>
            <a:noFill/>
          </a:ln>
        </p:spPr>
      </p:pic>
      <p:pic>
        <p:nvPicPr>
          <p:cNvPr id="462" name="Google Shape;462;p65"/>
          <p:cNvPicPr preferRelativeResize="0"/>
          <p:nvPr/>
        </p:nvPicPr>
        <p:blipFill>
          <a:blip r:embed="rId3">
            <a:alphaModFix amt="60000"/>
          </a:blip>
          <a:stretch>
            <a:fillRect/>
          </a:stretch>
        </p:blipFill>
        <p:spPr>
          <a:xfrm>
            <a:off x="7948300" y="983825"/>
            <a:ext cx="1900950" cy="19009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63" name="Shape 463"/>
        <p:cNvGrpSpPr/>
        <p:nvPr/>
      </p:nvGrpSpPr>
      <p:grpSpPr>
        <a:xfrm>
          <a:off x="0" y="0"/>
          <a:ext cx="0" cy="0"/>
          <a:chOff x="0" y="0"/>
          <a:chExt cx="0" cy="0"/>
        </a:xfrm>
      </p:grpSpPr>
      <p:pic>
        <p:nvPicPr>
          <p:cNvPr id="464" name="Google Shape;464;p66"/>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5" name="Google Shape;465;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66" name="Google Shape;466;p66"/>
          <p:cNvSpPr txBox="1"/>
          <p:nvPr>
            <p:ph idx="1" type="subTitle"/>
          </p:nvPr>
        </p:nvSpPr>
        <p:spPr>
          <a:xfrm>
            <a:off x="720000" y="1930253"/>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7" name="Google Shape;467;p66"/>
          <p:cNvSpPr txBox="1"/>
          <p:nvPr>
            <p:ph idx="2" type="subTitle"/>
          </p:nvPr>
        </p:nvSpPr>
        <p:spPr>
          <a:xfrm>
            <a:off x="3493800" y="1930253"/>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8" name="Google Shape;468;p66"/>
          <p:cNvSpPr txBox="1"/>
          <p:nvPr>
            <p:ph idx="3" type="subTitle"/>
          </p:nvPr>
        </p:nvSpPr>
        <p:spPr>
          <a:xfrm>
            <a:off x="720000" y="3506475"/>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69" name="Google Shape;469;p66"/>
          <p:cNvSpPr txBox="1"/>
          <p:nvPr>
            <p:ph idx="4" type="subTitle"/>
          </p:nvPr>
        </p:nvSpPr>
        <p:spPr>
          <a:xfrm>
            <a:off x="3493800" y="3506475"/>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0" name="Google Shape;470;p66"/>
          <p:cNvSpPr txBox="1"/>
          <p:nvPr>
            <p:ph idx="5" type="subTitle"/>
          </p:nvPr>
        </p:nvSpPr>
        <p:spPr>
          <a:xfrm>
            <a:off x="6267600" y="1930253"/>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1" name="Google Shape;471;p66"/>
          <p:cNvSpPr txBox="1"/>
          <p:nvPr>
            <p:ph idx="6" type="subTitle"/>
          </p:nvPr>
        </p:nvSpPr>
        <p:spPr>
          <a:xfrm>
            <a:off x="6267600" y="3506475"/>
            <a:ext cx="2156400" cy="792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72" name="Google Shape;472;p66"/>
          <p:cNvSpPr txBox="1"/>
          <p:nvPr>
            <p:ph idx="7" type="subTitle"/>
          </p:nvPr>
        </p:nvSpPr>
        <p:spPr>
          <a:xfrm>
            <a:off x="720000" y="1556375"/>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73" name="Google Shape;473;p66"/>
          <p:cNvSpPr txBox="1"/>
          <p:nvPr>
            <p:ph idx="8" type="subTitle"/>
          </p:nvPr>
        </p:nvSpPr>
        <p:spPr>
          <a:xfrm>
            <a:off x="3493800" y="1556375"/>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74" name="Google Shape;474;p66"/>
          <p:cNvSpPr txBox="1"/>
          <p:nvPr>
            <p:ph idx="9" type="subTitle"/>
          </p:nvPr>
        </p:nvSpPr>
        <p:spPr>
          <a:xfrm>
            <a:off x="6267600" y="1556375"/>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75" name="Google Shape;475;p66"/>
          <p:cNvSpPr txBox="1"/>
          <p:nvPr>
            <p:ph idx="13" type="subTitle"/>
          </p:nvPr>
        </p:nvSpPr>
        <p:spPr>
          <a:xfrm>
            <a:off x="720000" y="3129377"/>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76" name="Google Shape;476;p66"/>
          <p:cNvSpPr txBox="1"/>
          <p:nvPr>
            <p:ph idx="14" type="subTitle"/>
          </p:nvPr>
        </p:nvSpPr>
        <p:spPr>
          <a:xfrm>
            <a:off x="3493800" y="3129377"/>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477" name="Google Shape;477;p66"/>
          <p:cNvSpPr txBox="1"/>
          <p:nvPr>
            <p:ph idx="15" type="subTitle"/>
          </p:nvPr>
        </p:nvSpPr>
        <p:spPr>
          <a:xfrm>
            <a:off x="6267600" y="3129377"/>
            <a:ext cx="2156400" cy="377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000"/>
              <a:buFont typeface="Raleway"/>
              <a:buNone/>
              <a:defRPr b="1" sz="2200">
                <a:solidFill>
                  <a:schemeClr val="dk1"/>
                </a:solidFill>
                <a:latin typeface="Advent Pro"/>
                <a:ea typeface="Advent Pro"/>
                <a:cs typeface="Advent Pro"/>
                <a:sym typeface="Advent Pro"/>
              </a:defRPr>
            </a:lvl1pPr>
            <a:lvl2pPr lvl="1" algn="ctr">
              <a:lnSpc>
                <a:spcPct val="100000"/>
              </a:lnSpc>
              <a:spcBef>
                <a:spcPts val="0"/>
              </a:spcBef>
              <a:spcAft>
                <a:spcPts val="0"/>
              </a:spcAft>
              <a:buSzPts val="2000"/>
              <a:buFont typeface="Raleway"/>
              <a:buNone/>
              <a:defRPr b="1" sz="2000">
                <a:latin typeface="Raleway"/>
                <a:ea typeface="Raleway"/>
                <a:cs typeface="Raleway"/>
                <a:sym typeface="Raleway"/>
              </a:defRPr>
            </a:lvl2pPr>
            <a:lvl3pPr lvl="2" algn="ctr">
              <a:lnSpc>
                <a:spcPct val="100000"/>
              </a:lnSpc>
              <a:spcBef>
                <a:spcPts val="0"/>
              </a:spcBef>
              <a:spcAft>
                <a:spcPts val="0"/>
              </a:spcAft>
              <a:buSzPts val="2000"/>
              <a:buFont typeface="Raleway"/>
              <a:buNone/>
              <a:defRPr b="1" sz="2000">
                <a:latin typeface="Raleway"/>
                <a:ea typeface="Raleway"/>
                <a:cs typeface="Raleway"/>
                <a:sym typeface="Raleway"/>
              </a:defRPr>
            </a:lvl3pPr>
            <a:lvl4pPr lvl="3" algn="ctr">
              <a:lnSpc>
                <a:spcPct val="100000"/>
              </a:lnSpc>
              <a:spcBef>
                <a:spcPts val="0"/>
              </a:spcBef>
              <a:spcAft>
                <a:spcPts val="0"/>
              </a:spcAft>
              <a:buSzPts val="2000"/>
              <a:buFont typeface="Raleway"/>
              <a:buNone/>
              <a:defRPr b="1" sz="2000">
                <a:latin typeface="Raleway"/>
                <a:ea typeface="Raleway"/>
                <a:cs typeface="Raleway"/>
                <a:sym typeface="Raleway"/>
              </a:defRPr>
            </a:lvl4pPr>
            <a:lvl5pPr lvl="4" algn="ctr">
              <a:lnSpc>
                <a:spcPct val="100000"/>
              </a:lnSpc>
              <a:spcBef>
                <a:spcPts val="0"/>
              </a:spcBef>
              <a:spcAft>
                <a:spcPts val="0"/>
              </a:spcAft>
              <a:buSzPts val="2000"/>
              <a:buFont typeface="Raleway"/>
              <a:buNone/>
              <a:defRPr b="1" sz="2000">
                <a:latin typeface="Raleway"/>
                <a:ea typeface="Raleway"/>
                <a:cs typeface="Raleway"/>
                <a:sym typeface="Raleway"/>
              </a:defRPr>
            </a:lvl5pPr>
            <a:lvl6pPr lvl="5" algn="ctr">
              <a:lnSpc>
                <a:spcPct val="100000"/>
              </a:lnSpc>
              <a:spcBef>
                <a:spcPts val="0"/>
              </a:spcBef>
              <a:spcAft>
                <a:spcPts val="0"/>
              </a:spcAft>
              <a:buSzPts val="2000"/>
              <a:buFont typeface="Raleway"/>
              <a:buNone/>
              <a:defRPr b="1" sz="2000">
                <a:latin typeface="Raleway"/>
                <a:ea typeface="Raleway"/>
                <a:cs typeface="Raleway"/>
                <a:sym typeface="Raleway"/>
              </a:defRPr>
            </a:lvl6pPr>
            <a:lvl7pPr lvl="6" algn="ctr">
              <a:lnSpc>
                <a:spcPct val="100000"/>
              </a:lnSpc>
              <a:spcBef>
                <a:spcPts val="0"/>
              </a:spcBef>
              <a:spcAft>
                <a:spcPts val="0"/>
              </a:spcAft>
              <a:buSzPts val="2000"/>
              <a:buFont typeface="Raleway"/>
              <a:buNone/>
              <a:defRPr b="1" sz="2000">
                <a:latin typeface="Raleway"/>
                <a:ea typeface="Raleway"/>
                <a:cs typeface="Raleway"/>
                <a:sym typeface="Raleway"/>
              </a:defRPr>
            </a:lvl7pPr>
            <a:lvl8pPr lvl="7" algn="ctr">
              <a:lnSpc>
                <a:spcPct val="100000"/>
              </a:lnSpc>
              <a:spcBef>
                <a:spcPts val="0"/>
              </a:spcBef>
              <a:spcAft>
                <a:spcPts val="0"/>
              </a:spcAft>
              <a:buSzPts val="2000"/>
              <a:buFont typeface="Raleway"/>
              <a:buNone/>
              <a:defRPr b="1" sz="2000">
                <a:latin typeface="Raleway"/>
                <a:ea typeface="Raleway"/>
                <a:cs typeface="Raleway"/>
                <a:sym typeface="Raleway"/>
              </a:defRPr>
            </a:lvl8pPr>
            <a:lvl9pPr lvl="8" algn="ctr">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pic>
        <p:nvPicPr>
          <p:cNvPr id="478" name="Google Shape;478;p66"/>
          <p:cNvPicPr preferRelativeResize="0"/>
          <p:nvPr/>
        </p:nvPicPr>
        <p:blipFill>
          <a:blip r:embed="rId3">
            <a:alphaModFix amt="60000"/>
          </a:blip>
          <a:stretch>
            <a:fillRect/>
          </a:stretch>
        </p:blipFill>
        <p:spPr>
          <a:xfrm>
            <a:off x="8424000" y="1268875"/>
            <a:ext cx="1900950" cy="1900950"/>
          </a:xfrm>
          <a:prstGeom prst="rect">
            <a:avLst/>
          </a:prstGeom>
          <a:noFill/>
          <a:ln>
            <a:noFill/>
          </a:ln>
        </p:spPr>
      </p:pic>
      <p:pic>
        <p:nvPicPr>
          <p:cNvPr id="479" name="Google Shape;479;p66"/>
          <p:cNvPicPr preferRelativeResize="0"/>
          <p:nvPr/>
        </p:nvPicPr>
        <p:blipFill>
          <a:blip r:embed="rId3">
            <a:alphaModFix amt="30000"/>
          </a:blip>
          <a:stretch>
            <a:fillRect/>
          </a:stretch>
        </p:blipFill>
        <p:spPr>
          <a:xfrm>
            <a:off x="-901000" y="3800250"/>
            <a:ext cx="1900950" cy="1900950"/>
          </a:xfrm>
          <a:prstGeom prst="rect">
            <a:avLst/>
          </a:prstGeom>
          <a:noFill/>
          <a:ln>
            <a:noFill/>
          </a:ln>
        </p:spPr>
      </p:pic>
      <p:pic>
        <p:nvPicPr>
          <p:cNvPr id="480" name="Google Shape;480;p66"/>
          <p:cNvPicPr preferRelativeResize="0"/>
          <p:nvPr/>
        </p:nvPicPr>
        <p:blipFill>
          <a:blip r:embed="rId3">
            <a:alphaModFix/>
          </a:blip>
          <a:stretch>
            <a:fillRect/>
          </a:stretch>
        </p:blipFill>
        <p:spPr>
          <a:xfrm>
            <a:off x="7243050" y="-968725"/>
            <a:ext cx="1900950" cy="190095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81" name="Shape 481"/>
        <p:cNvGrpSpPr/>
        <p:nvPr/>
      </p:nvGrpSpPr>
      <p:grpSpPr>
        <a:xfrm>
          <a:off x="0" y="0"/>
          <a:ext cx="0" cy="0"/>
          <a:chOff x="0" y="0"/>
          <a:chExt cx="0" cy="0"/>
        </a:xfrm>
      </p:grpSpPr>
      <p:pic>
        <p:nvPicPr>
          <p:cNvPr id="482" name="Google Shape;482;p67"/>
          <p:cNvPicPr preferRelativeResize="0"/>
          <p:nvPr/>
        </p:nvPicPr>
        <p:blipFill>
          <a:blip r:embed="rId2">
            <a:alphaModFix/>
          </a:blip>
          <a:stretch>
            <a:fillRect/>
          </a:stretch>
        </p:blipFill>
        <p:spPr>
          <a:xfrm>
            <a:off x="0" y="0"/>
            <a:ext cx="9144000" cy="5143500"/>
          </a:xfrm>
          <a:prstGeom prst="rect">
            <a:avLst/>
          </a:prstGeom>
          <a:noFill/>
          <a:ln>
            <a:noFill/>
          </a:ln>
        </p:spPr>
      </p:pic>
      <p:sp>
        <p:nvSpPr>
          <p:cNvPr id="483" name="Google Shape;483;p67"/>
          <p:cNvSpPr txBox="1"/>
          <p:nvPr>
            <p:ph hasCustomPrompt="1" type="title"/>
          </p:nvPr>
        </p:nvSpPr>
        <p:spPr>
          <a:xfrm>
            <a:off x="713225" y="618400"/>
            <a:ext cx="3872400" cy="7689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484" name="Google Shape;484;p67"/>
          <p:cNvSpPr txBox="1"/>
          <p:nvPr>
            <p:ph idx="1" type="subTitle"/>
          </p:nvPr>
        </p:nvSpPr>
        <p:spPr>
          <a:xfrm>
            <a:off x="713225" y="1354366"/>
            <a:ext cx="3872400" cy="46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85" name="Google Shape;485;p67"/>
          <p:cNvSpPr txBox="1"/>
          <p:nvPr>
            <p:ph hasCustomPrompt="1" idx="2" type="title"/>
          </p:nvPr>
        </p:nvSpPr>
        <p:spPr>
          <a:xfrm>
            <a:off x="2635800" y="1970661"/>
            <a:ext cx="3872400" cy="7689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486" name="Google Shape;486;p67"/>
          <p:cNvSpPr txBox="1"/>
          <p:nvPr>
            <p:ph idx="3" type="subTitle"/>
          </p:nvPr>
        </p:nvSpPr>
        <p:spPr>
          <a:xfrm>
            <a:off x="2635800" y="2706632"/>
            <a:ext cx="3872400" cy="46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87" name="Google Shape;487;p67"/>
          <p:cNvSpPr txBox="1"/>
          <p:nvPr>
            <p:ph hasCustomPrompt="1" idx="4" type="title"/>
          </p:nvPr>
        </p:nvSpPr>
        <p:spPr>
          <a:xfrm>
            <a:off x="4558375" y="3322922"/>
            <a:ext cx="3872400" cy="768900"/>
          </a:xfrm>
          <a:prstGeom prst="rect">
            <a:avLst/>
          </a:prstGeom>
          <a:noFill/>
        </p:spPr>
        <p:txBody>
          <a:bodyPr anchorCtr="0" anchor="b" bIns="91425" lIns="91425" spcFirstLastPara="1" rIns="91425" wrap="square" tIns="91425">
            <a:noAutofit/>
          </a:bodyPr>
          <a:lstStyle>
            <a:lvl1pPr lvl="0" algn="ctr">
              <a:spcBef>
                <a:spcPts val="0"/>
              </a:spcBef>
              <a:spcAft>
                <a:spcPts val="0"/>
              </a:spcAft>
              <a:buClr>
                <a:schemeClr val="lt1"/>
              </a:buClr>
              <a:buSzPts val="6000"/>
              <a:buNone/>
              <a:defRPr sz="40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488" name="Google Shape;488;p67"/>
          <p:cNvSpPr txBox="1"/>
          <p:nvPr>
            <p:ph idx="5" type="subTitle"/>
          </p:nvPr>
        </p:nvSpPr>
        <p:spPr>
          <a:xfrm>
            <a:off x="4558375" y="4058898"/>
            <a:ext cx="3872400" cy="46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pic>
        <p:nvPicPr>
          <p:cNvPr id="489" name="Google Shape;489;p67"/>
          <p:cNvPicPr preferRelativeResize="0"/>
          <p:nvPr/>
        </p:nvPicPr>
        <p:blipFill>
          <a:blip r:embed="rId3">
            <a:alphaModFix/>
          </a:blip>
          <a:stretch>
            <a:fillRect/>
          </a:stretch>
        </p:blipFill>
        <p:spPr>
          <a:xfrm>
            <a:off x="151650" y="2992800"/>
            <a:ext cx="1900950" cy="1900950"/>
          </a:xfrm>
          <a:prstGeom prst="rect">
            <a:avLst/>
          </a:prstGeom>
          <a:noFill/>
          <a:ln>
            <a:noFill/>
          </a:ln>
        </p:spPr>
      </p:pic>
      <p:pic>
        <p:nvPicPr>
          <p:cNvPr id="490" name="Google Shape;490;p67"/>
          <p:cNvPicPr preferRelativeResize="0"/>
          <p:nvPr/>
        </p:nvPicPr>
        <p:blipFill>
          <a:blip r:embed="rId3">
            <a:alphaModFix amt="30000"/>
          </a:blip>
          <a:stretch>
            <a:fillRect/>
          </a:stretch>
        </p:blipFill>
        <p:spPr>
          <a:xfrm>
            <a:off x="5365125" y="-809100"/>
            <a:ext cx="1900950" cy="1900950"/>
          </a:xfrm>
          <a:prstGeom prst="rect">
            <a:avLst/>
          </a:prstGeom>
          <a:noFill/>
          <a:ln>
            <a:noFill/>
          </a:ln>
        </p:spPr>
      </p:pic>
      <p:pic>
        <p:nvPicPr>
          <p:cNvPr id="491" name="Google Shape;491;p67"/>
          <p:cNvPicPr preferRelativeResize="0"/>
          <p:nvPr/>
        </p:nvPicPr>
        <p:blipFill>
          <a:blip r:embed="rId3">
            <a:alphaModFix amt="60000"/>
          </a:blip>
          <a:stretch>
            <a:fillRect/>
          </a:stretch>
        </p:blipFill>
        <p:spPr>
          <a:xfrm>
            <a:off x="7075150" y="1091850"/>
            <a:ext cx="1900950" cy="190095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92" name="Shape 492"/>
        <p:cNvGrpSpPr/>
        <p:nvPr/>
      </p:nvGrpSpPr>
      <p:grpSpPr>
        <a:xfrm>
          <a:off x="0" y="0"/>
          <a:ext cx="0" cy="0"/>
          <a:chOff x="0" y="0"/>
          <a:chExt cx="0" cy="0"/>
        </a:xfrm>
      </p:grpSpPr>
      <p:pic>
        <p:nvPicPr>
          <p:cNvPr id="493" name="Google Shape;493;p6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94" name="Google Shape;494;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495" name="Google Shape;495;p68"/>
          <p:cNvPicPr preferRelativeResize="0"/>
          <p:nvPr/>
        </p:nvPicPr>
        <p:blipFill>
          <a:blip r:embed="rId3">
            <a:alphaModFix amt="36000"/>
          </a:blip>
          <a:stretch>
            <a:fillRect/>
          </a:stretch>
        </p:blipFill>
        <p:spPr>
          <a:xfrm>
            <a:off x="-772950" y="4004925"/>
            <a:ext cx="1900950" cy="1900950"/>
          </a:xfrm>
          <a:prstGeom prst="rect">
            <a:avLst/>
          </a:prstGeom>
          <a:noFill/>
          <a:ln>
            <a:noFill/>
          </a:ln>
        </p:spPr>
      </p:pic>
      <p:pic>
        <p:nvPicPr>
          <p:cNvPr id="496" name="Google Shape;496;p68"/>
          <p:cNvPicPr preferRelativeResize="0"/>
          <p:nvPr/>
        </p:nvPicPr>
        <p:blipFill>
          <a:blip r:embed="rId3">
            <a:alphaModFix amt="23000"/>
          </a:blip>
          <a:stretch>
            <a:fillRect/>
          </a:stretch>
        </p:blipFill>
        <p:spPr>
          <a:xfrm>
            <a:off x="8203800" y="2063000"/>
            <a:ext cx="1900950" cy="1900950"/>
          </a:xfrm>
          <a:prstGeom prst="rect">
            <a:avLst/>
          </a:prstGeom>
          <a:noFill/>
          <a:ln>
            <a:noFill/>
          </a:ln>
        </p:spPr>
      </p:pic>
      <p:pic>
        <p:nvPicPr>
          <p:cNvPr id="497" name="Google Shape;497;p68"/>
          <p:cNvPicPr preferRelativeResize="0"/>
          <p:nvPr/>
        </p:nvPicPr>
        <p:blipFill>
          <a:blip r:embed="rId3">
            <a:alphaModFix/>
          </a:blip>
          <a:stretch>
            <a:fillRect/>
          </a:stretch>
        </p:blipFill>
        <p:spPr>
          <a:xfrm>
            <a:off x="5375550" y="-1262125"/>
            <a:ext cx="1900950" cy="190095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98" name="Shape 498"/>
        <p:cNvGrpSpPr/>
        <p:nvPr/>
      </p:nvGrpSpPr>
      <p:grpSpPr>
        <a:xfrm>
          <a:off x="0" y="0"/>
          <a:ext cx="0" cy="0"/>
          <a:chOff x="0" y="0"/>
          <a:chExt cx="0" cy="0"/>
        </a:xfrm>
      </p:grpSpPr>
      <p:pic>
        <p:nvPicPr>
          <p:cNvPr id="499" name="Google Shape;499;p69"/>
          <p:cNvPicPr preferRelativeResize="0"/>
          <p:nvPr/>
        </p:nvPicPr>
        <p:blipFill>
          <a:blip r:embed="rId2">
            <a:alphaModFix/>
          </a:blip>
          <a:stretch>
            <a:fillRect/>
          </a:stretch>
        </p:blipFill>
        <p:spPr>
          <a:xfrm>
            <a:off x="0" y="0"/>
            <a:ext cx="9144000" cy="5143500"/>
          </a:xfrm>
          <a:prstGeom prst="rect">
            <a:avLst/>
          </a:prstGeom>
          <a:noFill/>
          <a:ln>
            <a:noFill/>
          </a:ln>
        </p:spPr>
      </p:pic>
      <p:sp>
        <p:nvSpPr>
          <p:cNvPr id="500" name="Google Shape;500;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501" name="Google Shape;501;p69"/>
          <p:cNvPicPr preferRelativeResize="0"/>
          <p:nvPr/>
        </p:nvPicPr>
        <p:blipFill>
          <a:blip r:embed="rId3">
            <a:alphaModFix amt="36000"/>
          </a:blip>
          <a:stretch>
            <a:fillRect/>
          </a:stretch>
        </p:blipFill>
        <p:spPr>
          <a:xfrm>
            <a:off x="-1180950" y="1017725"/>
            <a:ext cx="1900950" cy="1900950"/>
          </a:xfrm>
          <a:prstGeom prst="rect">
            <a:avLst/>
          </a:prstGeom>
          <a:noFill/>
          <a:ln>
            <a:noFill/>
          </a:ln>
        </p:spPr>
      </p:pic>
      <p:pic>
        <p:nvPicPr>
          <p:cNvPr id="502" name="Google Shape;502;p69"/>
          <p:cNvPicPr preferRelativeResize="0"/>
          <p:nvPr/>
        </p:nvPicPr>
        <p:blipFill>
          <a:blip r:embed="rId3">
            <a:alphaModFix amt="23000"/>
          </a:blip>
          <a:stretch>
            <a:fillRect/>
          </a:stretch>
        </p:blipFill>
        <p:spPr>
          <a:xfrm>
            <a:off x="415200" y="-1120150"/>
            <a:ext cx="1900950" cy="1900950"/>
          </a:xfrm>
          <a:prstGeom prst="rect">
            <a:avLst/>
          </a:prstGeom>
          <a:noFill/>
          <a:ln>
            <a:noFill/>
          </a:ln>
        </p:spPr>
      </p:pic>
      <p:pic>
        <p:nvPicPr>
          <p:cNvPr id="503" name="Google Shape;503;p69"/>
          <p:cNvPicPr preferRelativeResize="0"/>
          <p:nvPr/>
        </p:nvPicPr>
        <p:blipFill>
          <a:blip r:embed="rId3">
            <a:alphaModFix/>
          </a:blip>
          <a:stretch>
            <a:fillRect/>
          </a:stretch>
        </p:blipFill>
        <p:spPr>
          <a:xfrm>
            <a:off x="8331200" y="3718550"/>
            <a:ext cx="1900950" cy="190095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504" name="Shape 504"/>
        <p:cNvGrpSpPr/>
        <p:nvPr/>
      </p:nvGrpSpPr>
      <p:grpSpPr>
        <a:xfrm>
          <a:off x="0" y="0"/>
          <a:ext cx="0" cy="0"/>
          <a:chOff x="0" y="0"/>
          <a:chExt cx="0" cy="0"/>
        </a:xfrm>
      </p:grpSpPr>
      <p:pic>
        <p:nvPicPr>
          <p:cNvPr id="505" name="Google Shape;505;p70"/>
          <p:cNvPicPr preferRelativeResize="0"/>
          <p:nvPr/>
        </p:nvPicPr>
        <p:blipFill>
          <a:blip r:embed="rId2">
            <a:alphaModFix/>
          </a:blip>
          <a:stretch>
            <a:fillRect/>
          </a:stretch>
        </p:blipFill>
        <p:spPr>
          <a:xfrm>
            <a:off x="0" y="0"/>
            <a:ext cx="9144000" cy="5143500"/>
          </a:xfrm>
          <a:prstGeom prst="rect">
            <a:avLst/>
          </a:prstGeom>
          <a:noFill/>
          <a:ln>
            <a:noFill/>
          </a:ln>
        </p:spPr>
      </p:pic>
      <p:sp>
        <p:nvSpPr>
          <p:cNvPr id="506" name="Google Shape;506;p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pic>
        <p:nvPicPr>
          <p:cNvPr id="507" name="Google Shape;507;p70"/>
          <p:cNvPicPr preferRelativeResize="0"/>
          <p:nvPr/>
        </p:nvPicPr>
        <p:blipFill>
          <a:blip r:embed="rId3">
            <a:alphaModFix amt="36000"/>
          </a:blip>
          <a:stretch>
            <a:fillRect/>
          </a:stretch>
        </p:blipFill>
        <p:spPr>
          <a:xfrm>
            <a:off x="812950" y="4344950"/>
            <a:ext cx="1900950" cy="1900950"/>
          </a:xfrm>
          <a:prstGeom prst="rect">
            <a:avLst/>
          </a:prstGeom>
          <a:noFill/>
          <a:ln>
            <a:noFill/>
          </a:ln>
        </p:spPr>
      </p:pic>
      <p:pic>
        <p:nvPicPr>
          <p:cNvPr id="508" name="Google Shape;508;p70"/>
          <p:cNvPicPr preferRelativeResize="0"/>
          <p:nvPr/>
        </p:nvPicPr>
        <p:blipFill>
          <a:blip r:embed="rId3">
            <a:alphaModFix amt="23000"/>
          </a:blip>
          <a:stretch>
            <a:fillRect/>
          </a:stretch>
        </p:blipFill>
        <p:spPr>
          <a:xfrm>
            <a:off x="4479200" y="-1361450"/>
            <a:ext cx="1900950" cy="1900950"/>
          </a:xfrm>
          <a:prstGeom prst="rect">
            <a:avLst/>
          </a:prstGeom>
          <a:noFill/>
          <a:ln>
            <a:noFill/>
          </a:ln>
        </p:spPr>
      </p:pic>
      <p:pic>
        <p:nvPicPr>
          <p:cNvPr id="509" name="Google Shape;509;p70"/>
          <p:cNvPicPr preferRelativeResize="0"/>
          <p:nvPr/>
        </p:nvPicPr>
        <p:blipFill>
          <a:blip r:embed="rId3">
            <a:alphaModFix/>
          </a:blip>
          <a:stretch>
            <a:fillRect/>
          </a:stretch>
        </p:blipFill>
        <p:spPr>
          <a:xfrm>
            <a:off x="8430775" y="1508750"/>
            <a:ext cx="1900950" cy="190095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10" name="Shape 510"/>
        <p:cNvGrpSpPr/>
        <p:nvPr/>
      </p:nvGrpSpPr>
      <p:grpSpPr>
        <a:xfrm>
          <a:off x="0" y="0"/>
          <a:ext cx="0" cy="0"/>
          <a:chOff x="0" y="0"/>
          <a:chExt cx="0" cy="0"/>
        </a:xfrm>
      </p:grpSpPr>
      <p:pic>
        <p:nvPicPr>
          <p:cNvPr id="511" name="Google Shape;511;p7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12" name="Google Shape;512;p71"/>
          <p:cNvSpPr txBox="1"/>
          <p:nvPr>
            <p:ph type="title"/>
          </p:nvPr>
        </p:nvSpPr>
        <p:spPr>
          <a:xfrm>
            <a:off x="2347938" y="838575"/>
            <a:ext cx="4448100" cy="10587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13" name="Google Shape;513;p71"/>
          <p:cNvSpPr txBox="1"/>
          <p:nvPr>
            <p:ph idx="1" type="subTitle"/>
          </p:nvPr>
        </p:nvSpPr>
        <p:spPr>
          <a:xfrm>
            <a:off x="2347900" y="1841450"/>
            <a:ext cx="4448100" cy="105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14" name="Google Shape;514;p71"/>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ssistant"/>
                <a:ea typeface="Assistant"/>
                <a:cs typeface="Assistant"/>
                <a:sym typeface="Assistant"/>
              </a:rPr>
              <a:t>CREDITS:</a:t>
            </a:r>
            <a:r>
              <a:rPr lang="en" sz="1000">
                <a:solidFill>
                  <a:schemeClr val="dk1"/>
                </a:solidFill>
                <a:latin typeface="Assistant"/>
                <a:ea typeface="Assistant"/>
                <a:cs typeface="Assistant"/>
                <a:sym typeface="Assistant"/>
              </a:rPr>
              <a:t> This presentation template was created by </a:t>
            </a:r>
            <a:r>
              <a:rPr b="1" lang="en" sz="1000" u="sng">
                <a:solidFill>
                  <a:schemeClr val="dk1"/>
                </a:solidFill>
                <a:latin typeface="Assistant"/>
                <a:ea typeface="Assistant"/>
                <a:cs typeface="Assistant"/>
                <a:sym typeface="Assistant"/>
                <a:hlinkClick r:id="rId3">
                  <a:extLst>
                    <a:ext uri="{A12FA001-AC4F-418D-AE19-62706E023703}">
                      <ahyp:hlinkClr val="tx"/>
                    </a:ext>
                  </a:extLst>
                </a:hlinkClick>
              </a:rPr>
              <a:t>Slidesgo</a:t>
            </a:r>
            <a:r>
              <a:rPr lang="en" sz="1000">
                <a:solidFill>
                  <a:schemeClr val="dk1"/>
                </a:solidFill>
                <a:latin typeface="Assistant"/>
                <a:ea typeface="Assistant"/>
                <a:cs typeface="Assistant"/>
                <a:sym typeface="Assistant"/>
              </a:rPr>
              <a:t>, and includes icons by </a:t>
            </a:r>
            <a:r>
              <a:rPr b="1" lang="en" sz="1000" u="sng">
                <a:solidFill>
                  <a:schemeClr val="dk1"/>
                </a:solidFill>
                <a:latin typeface="Assistant"/>
                <a:ea typeface="Assistant"/>
                <a:cs typeface="Assistant"/>
                <a:sym typeface="Assistant"/>
                <a:hlinkClick r:id="rId4">
                  <a:extLst>
                    <a:ext uri="{A12FA001-AC4F-418D-AE19-62706E023703}">
                      <ahyp:hlinkClr val="tx"/>
                    </a:ext>
                  </a:extLst>
                </a:hlinkClick>
              </a:rPr>
              <a:t>Flaticon</a:t>
            </a:r>
            <a:r>
              <a:rPr lang="en" sz="1000">
                <a:solidFill>
                  <a:schemeClr val="dk1"/>
                </a:solidFill>
                <a:latin typeface="Assistant"/>
                <a:ea typeface="Assistant"/>
                <a:cs typeface="Assistant"/>
                <a:sym typeface="Assistant"/>
              </a:rPr>
              <a:t>, and infographics &amp; images by </a:t>
            </a:r>
            <a:r>
              <a:rPr b="1" lang="en" sz="1000" u="sng">
                <a:solidFill>
                  <a:schemeClr val="dk1"/>
                </a:solidFill>
                <a:latin typeface="Assistant"/>
                <a:ea typeface="Assistant"/>
                <a:cs typeface="Assistant"/>
                <a:sym typeface="Assistant"/>
                <a:hlinkClick r:id="rId5">
                  <a:extLst>
                    <a:ext uri="{A12FA001-AC4F-418D-AE19-62706E023703}">
                      <ahyp:hlinkClr val="tx"/>
                    </a:ext>
                  </a:extLst>
                </a:hlinkClick>
              </a:rPr>
              <a:t>Freepik</a:t>
            </a:r>
            <a:r>
              <a:rPr lang="en" sz="1000" u="sng">
                <a:solidFill>
                  <a:schemeClr val="dk1"/>
                </a:solidFill>
                <a:latin typeface="Assistant"/>
                <a:ea typeface="Assistant"/>
                <a:cs typeface="Assistant"/>
                <a:sym typeface="Assistant"/>
              </a:rPr>
              <a:t> </a:t>
            </a:r>
            <a:endParaRPr b="1" sz="1000" u="sng">
              <a:solidFill>
                <a:schemeClr val="dk1"/>
              </a:solidFill>
              <a:latin typeface="Assistant"/>
              <a:ea typeface="Assistant"/>
              <a:cs typeface="Assistant"/>
              <a:sym typeface="Assistant"/>
            </a:endParaRPr>
          </a:p>
        </p:txBody>
      </p:sp>
      <p:pic>
        <p:nvPicPr>
          <p:cNvPr id="515" name="Google Shape;515;p71"/>
          <p:cNvPicPr preferRelativeResize="0"/>
          <p:nvPr/>
        </p:nvPicPr>
        <p:blipFill>
          <a:blip r:embed="rId6">
            <a:alphaModFix amt="86000"/>
          </a:blip>
          <a:stretch>
            <a:fillRect/>
          </a:stretch>
        </p:blipFill>
        <p:spPr>
          <a:xfrm>
            <a:off x="1143738" y="-311800"/>
            <a:ext cx="1900950" cy="1900950"/>
          </a:xfrm>
          <a:prstGeom prst="rect">
            <a:avLst/>
          </a:prstGeom>
          <a:noFill/>
          <a:ln>
            <a:noFill/>
          </a:ln>
        </p:spPr>
      </p:pic>
      <p:pic>
        <p:nvPicPr>
          <p:cNvPr id="516" name="Google Shape;516;p71"/>
          <p:cNvPicPr preferRelativeResize="0"/>
          <p:nvPr/>
        </p:nvPicPr>
        <p:blipFill>
          <a:blip r:embed="rId6">
            <a:alphaModFix amt="25000"/>
          </a:blip>
          <a:stretch>
            <a:fillRect/>
          </a:stretch>
        </p:blipFill>
        <p:spPr>
          <a:xfrm>
            <a:off x="-92800" y="2086125"/>
            <a:ext cx="1900950" cy="1900950"/>
          </a:xfrm>
          <a:prstGeom prst="rect">
            <a:avLst/>
          </a:prstGeom>
          <a:noFill/>
          <a:ln>
            <a:noFill/>
          </a:ln>
        </p:spPr>
      </p:pic>
      <p:pic>
        <p:nvPicPr>
          <p:cNvPr id="517" name="Google Shape;517;p71"/>
          <p:cNvPicPr preferRelativeResize="0"/>
          <p:nvPr/>
        </p:nvPicPr>
        <p:blipFill>
          <a:blip r:embed="rId6">
            <a:alphaModFix amt="35000"/>
          </a:blip>
          <a:stretch>
            <a:fillRect/>
          </a:stretch>
        </p:blipFill>
        <p:spPr>
          <a:xfrm>
            <a:off x="6377425" y="474375"/>
            <a:ext cx="1900950" cy="1900950"/>
          </a:xfrm>
          <a:prstGeom prst="rect">
            <a:avLst/>
          </a:prstGeom>
          <a:noFill/>
          <a:ln>
            <a:noFill/>
          </a:ln>
        </p:spPr>
      </p:pic>
      <p:pic>
        <p:nvPicPr>
          <p:cNvPr id="518" name="Google Shape;518;p71"/>
          <p:cNvPicPr preferRelativeResize="0"/>
          <p:nvPr/>
        </p:nvPicPr>
        <p:blipFill>
          <a:blip r:embed="rId6">
            <a:alphaModFix amt="75000"/>
          </a:blip>
          <a:stretch>
            <a:fillRect/>
          </a:stretch>
        </p:blipFill>
        <p:spPr>
          <a:xfrm>
            <a:off x="7865813" y="3422975"/>
            <a:ext cx="1900950" cy="190095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19" name="Shape 519"/>
        <p:cNvGrpSpPr/>
        <p:nvPr/>
      </p:nvGrpSpPr>
      <p:grpSpPr>
        <a:xfrm>
          <a:off x="0" y="0"/>
          <a:ext cx="0" cy="0"/>
          <a:chOff x="0" y="0"/>
          <a:chExt cx="0" cy="0"/>
        </a:xfrm>
      </p:grpSpPr>
      <p:pic>
        <p:nvPicPr>
          <p:cNvPr id="520" name="Google Shape;520;p72"/>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521" name="Google Shape;521;p72"/>
          <p:cNvPicPr preferRelativeResize="0"/>
          <p:nvPr/>
        </p:nvPicPr>
        <p:blipFill>
          <a:blip r:embed="rId3">
            <a:alphaModFix/>
          </a:blip>
          <a:stretch>
            <a:fillRect/>
          </a:stretch>
        </p:blipFill>
        <p:spPr>
          <a:xfrm>
            <a:off x="-1051700" y="799375"/>
            <a:ext cx="1900950" cy="1900950"/>
          </a:xfrm>
          <a:prstGeom prst="rect">
            <a:avLst/>
          </a:prstGeom>
          <a:noFill/>
          <a:ln>
            <a:noFill/>
          </a:ln>
        </p:spPr>
      </p:pic>
      <p:pic>
        <p:nvPicPr>
          <p:cNvPr id="522" name="Google Shape;522;p72"/>
          <p:cNvPicPr preferRelativeResize="0"/>
          <p:nvPr/>
        </p:nvPicPr>
        <p:blipFill>
          <a:blip r:embed="rId3">
            <a:alphaModFix amt="30000"/>
          </a:blip>
          <a:stretch>
            <a:fillRect/>
          </a:stretch>
        </p:blipFill>
        <p:spPr>
          <a:xfrm>
            <a:off x="6142725" y="4399275"/>
            <a:ext cx="1900950" cy="1900950"/>
          </a:xfrm>
          <a:prstGeom prst="rect">
            <a:avLst/>
          </a:prstGeom>
          <a:noFill/>
          <a:ln>
            <a:noFill/>
          </a:ln>
        </p:spPr>
      </p:pic>
      <p:pic>
        <p:nvPicPr>
          <p:cNvPr id="523" name="Google Shape;523;p72"/>
          <p:cNvPicPr preferRelativeResize="0"/>
          <p:nvPr/>
        </p:nvPicPr>
        <p:blipFill>
          <a:blip r:embed="rId3">
            <a:alphaModFix amt="60000"/>
          </a:blip>
          <a:stretch>
            <a:fillRect/>
          </a:stretch>
        </p:blipFill>
        <p:spPr>
          <a:xfrm>
            <a:off x="7948300" y="983825"/>
            <a:ext cx="1900950" cy="190095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24" name="Shape 524"/>
        <p:cNvGrpSpPr/>
        <p:nvPr/>
      </p:nvGrpSpPr>
      <p:grpSpPr>
        <a:xfrm>
          <a:off x="0" y="0"/>
          <a:ext cx="0" cy="0"/>
          <a:chOff x="0" y="0"/>
          <a:chExt cx="0" cy="0"/>
        </a:xfrm>
      </p:grpSpPr>
      <p:pic>
        <p:nvPicPr>
          <p:cNvPr id="525" name="Google Shape;525;p73"/>
          <p:cNvPicPr preferRelativeResize="0"/>
          <p:nvPr/>
        </p:nvPicPr>
        <p:blipFill>
          <a:blip r:embed="rId2">
            <a:alphaModFix/>
          </a:blip>
          <a:stretch>
            <a:fillRect/>
          </a:stretch>
        </p:blipFill>
        <p:spPr>
          <a:xfrm>
            <a:off x="0" y="0"/>
            <a:ext cx="9144000" cy="5143500"/>
          </a:xfrm>
          <a:prstGeom prst="rect">
            <a:avLst/>
          </a:prstGeom>
          <a:noFill/>
          <a:ln>
            <a:noFill/>
          </a:ln>
        </p:spPr>
      </p:pic>
      <p:pic>
        <p:nvPicPr>
          <p:cNvPr id="526" name="Google Shape;526;p73"/>
          <p:cNvPicPr preferRelativeResize="0"/>
          <p:nvPr/>
        </p:nvPicPr>
        <p:blipFill>
          <a:blip r:embed="rId3">
            <a:alphaModFix amt="36000"/>
          </a:blip>
          <a:stretch>
            <a:fillRect/>
          </a:stretch>
        </p:blipFill>
        <p:spPr>
          <a:xfrm>
            <a:off x="812950" y="4344950"/>
            <a:ext cx="1900950" cy="1900950"/>
          </a:xfrm>
          <a:prstGeom prst="rect">
            <a:avLst/>
          </a:prstGeom>
          <a:noFill/>
          <a:ln>
            <a:noFill/>
          </a:ln>
        </p:spPr>
      </p:pic>
      <p:pic>
        <p:nvPicPr>
          <p:cNvPr id="527" name="Google Shape;527;p73"/>
          <p:cNvPicPr preferRelativeResize="0"/>
          <p:nvPr/>
        </p:nvPicPr>
        <p:blipFill>
          <a:blip r:embed="rId3">
            <a:alphaModFix amt="23000"/>
          </a:blip>
          <a:stretch>
            <a:fillRect/>
          </a:stretch>
        </p:blipFill>
        <p:spPr>
          <a:xfrm>
            <a:off x="4479200" y="-1361450"/>
            <a:ext cx="1900950" cy="1900950"/>
          </a:xfrm>
          <a:prstGeom prst="rect">
            <a:avLst/>
          </a:prstGeom>
          <a:noFill/>
          <a:ln>
            <a:noFill/>
          </a:ln>
        </p:spPr>
      </p:pic>
      <p:pic>
        <p:nvPicPr>
          <p:cNvPr id="528" name="Google Shape;528;p73"/>
          <p:cNvPicPr preferRelativeResize="0"/>
          <p:nvPr/>
        </p:nvPicPr>
        <p:blipFill>
          <a:blip r:embed="rId3">
            <a:alphaModFix/>
          </a:blip>
          <a:stretch>
            <a:fillRect/>
          </a:stretch>
        </p:blipFill>
        <p:spPr>
          <a:xfrm>
            <a:off x="8430775" y="1508750"/>
            <a:ext cx="1900950" cy="1900950"/>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 and two columns 2 (g3d8f16bf959_14_0)">
    <p:spTree>
      <p:nvGrpSpPr>
        <p:cNvPr id="529" name="Shape 529"/>
        <p:cNvGrpSpPr/>
        <p:nvPr/>
      </p:nvGrpSpPr>
      <p:grpSpPr>
        <a:xfrm>
          <a:off x="0" y="0"/>
          <a:ext cx="0" cy="0"/>
          <a:chOff x="0" y="0"/>
          <a:chExt cx="0" cy="0"/>
        </a:xfrm>
      </p:grpSpPr>
      <p:sp>
        <p:nvSpPr>
          <p:cNvPr id="530" name="Google Shape;530;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31" name="Google Shape;531;p74"/>
          <p:cNvSpPr txBox="1"/>
          <p:nvPr>
            <p:ph idx="1" type="subTitle"/>
          </p:nvPr>
        </p:nvSpPr>
        <p:spPr>
          <a:xfrm>
            <a:off x="4947753"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32" name="Google Shape;532;p74"/>
          <p:cNvSpPr txBox="1"/>
          <p:nvPr>
            <p:ph idx="2" type="subTitle"/>
          </p:nvPr>
        </p:nvSpPr>
        <p:spPr>
          <a:xfrm>
            <a:off x="1155450"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1">
  <p:cSld name="Title and two columns 2 (g397a0ebbd44_14_0)">
    <p:spTree>
      <p:nvGrpSpPr>
        <p:cNvPr id="533" name="Shape 533"/>
        <p:cNvGrpSpPr/>
        <p:nvPr/>
      </p:nvGrpSpPr>
      <p:grpSpPr>
        <a:xfrm>
          <a:off x="0" y="0"/>
          <a:ext cx="0" cy="0"/>
          <a:chOff x="0" y="0"/>
          <a:chExt cx="0" cy="0"/>
        </a:xfrm>
      </p:grpSpPr>
      <p:sp>
        <p:nvSpPr>
          <p:cNvPr id="534" name="Google Shape;534;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35" name="Google Shape;535;p75"/>
          <p:cNvSpPr txBox="1"/>
          <p:nvPr>
            <p:ph idx="1" type="subTitle"/>
          </p:nvPr>
        </p:nvSpPr>
        <p:spPr>
          <a:xfrm>
            <a:off x="4947753"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36" name="Google Shape;536;p75"/>
          <p:cNvSpPr txBox="1"/>
          <p:nvPr>
            <p:ph idx="2" type="subTitle"/>
          </p:nvPr>
        </p:nvSpPr>
        <p:spPr>
          <a:xfrm>
            <a:off x="1155450" y="1898050"/>
            <a:ext cx="3040800" cy="15741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4.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29" Type="http://schemas.openxmlformats.org/officeDocument/2006/relationships/slideLayout" Target="../slideLayouts/slideLayout41.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0"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1.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5" Type="http://schemas.openxmlformats.org/officeDocument/2006/relationships/slideLayout" Target="../slideLayouts/slideLayout46.xml"/><Relationship Id="rId6" Type="http://schemas.openxmlformats.org/officeDocument/2006/relationships/slideLayout" Target="../slideLayouts/slideLayout47.xml"/><Relationship Id="rId29" Type="http://schemas.openxmlformats.org/officeDocument/2006/relationships/slideLayout" Target="../slideLayouts/slideLayout70.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32" Type="http://schemas.openxmlformats.org/officeDocument/2006/relationships/theme" Target="../theme/theme1.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1" name="Shape 51"/>
        <p:cNvGrpSpPr/>
        <p:nvPr/>
      </p:nvGrpSpPr>
      <p:grpSpPr>
        <a:xfrm>
          <a:off x="0" y="0"/>
          <a:ext cx="0" cy="0"/>
          <a:chOff x="0" y="0"/>
          <a:chExt cx="0" cy="0"/>
        </a:xfrm>
      </p:grpSpPr>
      <p:sp>
        <p:nvSpPr>
          <p:cNvPr id="52" name="Google Shape;52;p1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Advent Pro"/>
              <a:buNone/>
              <a:defRPr b="1" sz="3000">
                <a:solidFill>
                  <a:schemeClr val="dk1"/>
                </a:solidFill>
                <a:latin typeface="Advent Pro"/>
                <a:ea typeface="Advent Pro"/>
                <a:cs typeface="Advent Pro"/>
                <a:sym typeface="Advent Pro"/>
              </a:defRPr>
            </a:lvl1pPr>
            <a:lvl2pPr lvl="1">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2pPr>
            <a:lvl3pPr lvl="2">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3pPr>
            <a:lvl4pPr lvl="3">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4pPr>
            <a:lvl5pPr lvl="4">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5pPr>
            <a:lvl6pPr lvl="5">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6pPr>
            <a:lvl7pPr lvl="6">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7pPr>
            <a:lvl8pPr lvl="7">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8pPr>
            <a:lvl9pPr lvl="8">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9pPr>
          </a:lstStyle>
          <a:p/>
        </p:txBody>
      </p:sp>
      <p:sp>
        <p:nvSpPr>
          <p:cNvPr id="53" name="Google Shape;53;p1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1pPr>
            <a:lvl2pPr indent="-304800" lvl="1" marL="9144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indent="-304800" lvl="2" marL="13716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indent="-304800" lvl="3" marL="1828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indent="-304800" lvl="4" marL="22860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indent="-304800" lvl="5" marL="27432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indent="-304800" lvl="6" marL="32004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indent="-304800" lvl="7" marL="36576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indent="-304800" lvl="8" marL="411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90" name="Shape 290"/>
        <p:cNvGrpSpPr/>
        <p:nvPr/>
      </p:nvGrpSpPr>
      <p:grpSpPr>
        <a:xfrm>
          <a:off x="0" y="0"/>
          <a:ext cx="0" cy="0"/>
          <a:chOff x="0" y="0"/>
          <a:chExt cx="0" cy="0"/>
        </a:xfrm>
      </p:grpSpPr>
      <p:sp>
        <p:nvSpPr>
          <p:cNvPr id="291" name="Google Shape;291;p4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Advent Pro"/>
              <a:buNone/>
              <a:defRPr b="1" sz="3000">
                <a:solidFill>
                  <a:schemeClr val="dk1"/>
                </a:solidFill>
                <a:latin typeface="Advent Pro"/>
                <a:ea typeface="Advent Pro"/>
                <a:cs typeface="Advent Pro"/>
                <a:sym typeface="Advent Pro"/>
              </a:defRPr>
            </a:lvl1pPr>
            <a:lvl2pPr lvl="1">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2pPr>
            <a:lvl3pPr lvl="2">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3pPr>
            <a:lvl4pPr lvl="3">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4pPr>
            <a:lvl5pPr lvl="4">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5pPr>
            <a:lvl6pPr lvl="5">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6pPr>
            <a:lvl7pPr lvl="6">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7pPr>
            <a:lvl8pPr lvl="7">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8pPr>
            <a:lvl9pPr lvl="8">
              <a:spcBef>
                <a:spcPts val="0"/>
              </a:spcBef>
              <a:spcAft>
                <a:spcPts val="0"/>
              </a:spcAft>
              <a:buClr>
                <a:schemeClr val="dk1"/>
              </a:buClr>
              <a:buSzPts val="3500"/>
              <a:buFont typeface="Advent Pro"/>
              <a:buNone/>
              <a:defRPr b="1" sz="3500">
                <a:solidFill>
                  <a:schemeClr val="dk1"/>
                </a:solidFill>
                <a:latin typeface="Advent Pro"/>
                <a:ea typeface="Advent Pro"/>
                <a:cs typeface="Advent Pro"/>
                <a:sym typeface="Advent Pro"/>
              </a:defRPr>
            </a:lvl9pPr>
          </a:lstStyle>
          <a:p/>
        </p:txBody>
      </p:sp>
      <p:sp>
        <p:nvSpPr>
          <p:cNvPr id="292" name="Google Shape;292;p44"/>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1pPr>
            <a:lvl2pPr indent="-304800" lvl="1" marL="9144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indent="-304800" lvl="2" marL="13716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indent="-304800" lvl="3" marL="1828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indent="-304800" lvl="4" marL="22860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indent="-304800" lvl="5" marL="27432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indent="-304800" lvl="6" marL="32004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indent="-304800" lvl="7" marL="36576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indent="-304800" lvl="8" marL="411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9pPr>
          </a:lstStyle>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6"/>
          <p:cNvSpPr txBox="1"/>
          <p:nvPr>
            <p:ph type="ctrTitle"/>
          </p:nvPr>
        </p:nvSpPr>
        <p:spPr>
          <a:xfrm>
            <a:off x="1358850" y="574350"/>
            <a:ext cx="6426300" cy="279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Detecting Financial Fraud via Graph Neural Networks: A Multi-Dataset, Graph-Based Learning Approach</a:t>
            </a:r>
            <a:endParaRPr sz="3600"/>
          </a:p>
        </p:txBody>
      </p:sp>
      <p:sp>
        <p:nvSpPr>
          <p:cNvPr id="542" name="Google Shape;542;p76"/>
          <p:cNvSpPr txBox="1"/>
          <p:nvPr>
            <p:ph idx="1" type="subTitle"/>
          </p:nvPr>
        </p:nvSpPr>
        <p:spPr>
          <a:xfrm>
            <a:off x="1358838" y="3808500"/>
            <a:ext cx="64263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Haoyuan Chen, Izaak King, Bryan Gelnett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p:txBody>
      </p:sp>
      <p:sp>
        <p:nvSpPr>
          <p:cNvPr id="548" name="Google Shape;548;p77"/>
          <p:cNvSpPr txBox="1"/>
          <p:nvPr>
            <p:ph idx="2" type="title"/>
          </p:nvPr>
        </p:nvSpPr>
        <p:spPr>
          <a:xfrm>
            <a:off x="1057325" y="1402975"/>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01</a:t>
            </a:r>
            <a:endParaRPr sz="2629"/>
          </a:p>
        </p:txBody>
      </p:sp>
      <p:sp>
        <p:nvSpPr>
          <p:cNvPr id="549" name="Google Shape;549;p77"/>
          <p:cNvSpPr txBox="1"/>
          <p:nvPr>
            <p:ph idx="3" type="title"/>
          </p:nvPr>
        </p:nvSpPr>
        <p:spPr>
          <a:xfrm>
            <a:off x="1057325" y="2869233"/>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05</a:t>
            </a:r>
            <a:endParaRPr sz="2629"/>
          </a:p>
        </p:txBody>
      </p:sp>
      <p:sp>
        <p:nvSpPr>
          <p:cNvPr id="550" name="Google Shape;550;p77"/>
          <p:cNvSpPr txBox="1"/>
          <p:nvPr>
            <p:ph idx="4" type="title"/>
          </p:nvPr>
        </p:nvSpPr>
        <p:spPr>
          <a:xfrm>
            <a:off x="2715965" y="1402975"/>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a:t>
            </a:r>
            <a:r>
              <a:rPr lang="en" sz="2629"/>
              <a:t>2</a:t>
            </a:r>
            <a:endParaRPr sz="2629"/>
          </a:p>
        </p:txBody>
      </p:sp>
      <p:sp>
        <p:nvSpPr>
          <p:cNvPr id="551" name="Google Shape;551;p77"/>
          <p:cNvSpPr txBox="1"/>
          <p:nvPr>
            <p:ph idx="5" type="title"/>
          </p:nvPr>
        </p:nvSpPr>
        <p:spPr>
          <a:xfrm>
            <a:off x="2715968" y="2869233"/>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06</a:t>
            </a:r>
            <a:endParaRPr sz="2629"/>
          </a:p>
        </p:txBody>
      </p:sp>
      <p:sp>
        <p:nvSpPr>
          <p:cNvPr id="552" name="Google Shape;552;p77"/>
          <p:cNvSpPr txBox="1"/>
          <p:nvPr>
            <p:ph idx="6" type="title"/>
          </p:nvPr>
        </p:nvSpPr>
        <p:spPr>
          <a:xfrm>
            <a:off x="4374636" y="1402963"/>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a:t>
            </a:r>
            <a:r>
              <a:rPr lang="en" sz="2629"/>
              <a:t>3</a:t>
            </a:r>
            <a:endParaRPr sz="2629"/>
          </a:p>
        </p:txBody>
      </p:sp>
      <p:sp>
        <p:nvSpPr>
          <p:cNvPr id="553" name="Google Shape;553;p77"/>
          <p:cNvSpPr txBox="1"/>
          <p:nvPr>
            <p:ph idx="7" type="title"/>
          </p:nvPr>
        </p:nvSpPr>
        <p:spPr>
          <a:xfrm>
            <a:off x="4374636" y="2869221"/>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07</a:t>
            </a:r>
            <a:endParaRPr sz="2629"/>
          </a:p>
        </p:txBody>
      </p:sp>
      <p:sp>
        <p:nvSpPr>
          <p:cNvPr id="554" name="Google Shape;554;p77"/>
          <p:cNvSpPr txBox="1"/>
          <p:nvPr>
            <p:ph idx="1" type="subTitle"/>
          </p:nvPr>
        </p:nvSpPr>
        <p:spPr>
          <a:xfrm>
            <a:off x="1057325" y="1798476"/>
            <a:ext cx="20208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Introduction</a:t>
            </a:r>
            <a:endParaRPr sz="1928"/>
          </a:p>
        </p:txBody>
      </p:sp>
      <p:sp>
        <p:nvSpPr>
          <p:cNvPr id="555" name="Google Shape;555;p77"/>
          <p:cNvSpPr txBox="1"/>
          <p:nvPr>
            <p:ph idx="8" type="subTitle"/>
          </p:nvPr>
        </p:nvSpPr>
        <p:spPr>
          <a:xfrm>
            <a:off x="2715974" y="1798475"/>
            <a:ext cx="16071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Existing Literature</a:t>
            </a:r>
            <a:endParaRPr sz="1928"/>
          </a:p>
        </p:txBody>
      </p:sp>
      <p:sp>
        <p:nvSpPr>
          <p:cNvPr id="556" name="Google Shape;556;p77"/>
          <p:cNvSpPr txBox="1"/>
          <p:nvPr>
            <p:ph idx="9" type="subTitle"/>
          </p:nvPr>
        </p:nvSpPr>
        <p:spPr>
          <a:xfrm>
            <a:off x="4374647" y="1798450"/>
            <a:ext cx="16071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Dataset Overview</a:t>
            </a:r>
            <a:endParaRPr sz="1928"/>
          </a:p>
        </p:txBody>
      </p:sp>
      <p:sp>
        <p:nvSpPr>
          <p:cNvPr id="557" name="Google Shape;557;p77"/>
          <p:cNvSpPr txBox="1"/>
          <p:nvPr>
            <p:ph idx="13" type="subTitle"/>
          </p:nvPr>
        </p:nvSpPr>
        <p:spPr>
          <a:xfrm>
            <a:off x="1057325" y="3264850"/>
            <a:ext cx="14427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Experimental Setup</a:t>
            </a:r>
            <a:endParaRPr sz="1928"/>
          </a:p>
        </p:txBody>
      </p:sp>
      <p:sp>
        <p:nvSpPr>
          <p:cNvPr id="558" name="Google Shape;558;p77"/>
          <p:cNvSpPr txBox="1"/>
          <p:nvPr>
            <p:ph idx="14" type="subTitle"/>
          </p:nvPr>
        </p:nvSpPr>
        <p:spPr>
          <a:xfrm>
            <a:off x="2715974" y="3264850"/>
            <a:ext cx="16587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Modeling Results</a:t>
            </a:r>
            <a:endParaRPr sz="1928"/>
          </a:p>
        </p:txBody>
      </p:sp>
      <p:sp>
        <p:nvSpPr>
          <p:cNvPr id="559" name="Google Shape;559;p77"/>
          <p:cNvSpPr txBox="1"/>
          <p:nvPr>
            <p:ph idx="15" type="subTitle"/>
          </p:nvPr>
        </p:nvSpPr>
        <p:spPr>
          <a:xfrm>
            <a:off x="4374638" y="3264833"/>
            <a:ext cx="20208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Discussion</a:t>
            </a:r>
            <a:endParaRPr sz="1928"/>
          </a:p>
          <a:p>
            <a:pPr indent="0" lvl="0" marL="0" rtl="0" algn="l">
              <a:spcBef>
                <a:spcPts val="0"/>
              </a:spcBef>
              <a:spcAft>
                <a:spcPts val="0"/>
              </a:spcAft>
              <a:buNone/>
            </a:pPr>
            <a:r>
              <a:rPr lang="en" sz="1928"/>
              <a:t>And Future Work</a:t>
            </a:r>
            <a:endParaRPr sz="1928"/>
          </a:p>
        </p:txBody>
      </p:sp>
      <p:sp>
        <p:nvSpPr>
          <p:cNvPr id="560" name="Google Shape;560;p77"/>
          <p:cNvSpPr txBox="1"/>
          <p:nvPr>
            <p:ph idx="6" type="title"/>
          </p:nvPr>
        </p:nvSpPr>
        <p:spPr>
          <a:xfrm>
            <a:off x="6065861" y="1402963"/>
            <a:ext cx="644100" cy="392400"/>
          </a:xfrm>
          <a:prstGeom prst="rect">
            <a:avLst/>
          </a:prstGeom>
        </p:spPr>
        <p:txBody>
          <a:bodyPr anchorCtr="0" anchor="b" bIns="80125" lIns="80125" spcFirstLastPara="1" rIns="80125" wrap="square" tIns="80125">
            <a:noAutofit/>
          </a:bodyPr>
          <a:lstStyle/>
          <a:p>
            <a:pPr indent="0" lvl="0" marL="0" rtl="0" algn="l">
              <a:spcBef>
                <a:spcPts val="0"/>
              </a:spcBef>
              <a:spcAft>
                <a:spcPts val="0"/>
              </a:spcAft>
              <a:buNone/>
            </a:pPr>
            <a:r>
              <a:rPr lang="en" sz="2629"/>
              <a:t>04</a:t>
            </a:r>
            <a:endParaRPr sz="2629"/>
          </a:p>
        </p:txBody>
      </p:sp>
      <p:sp>
        <p:nvSpPr>
          <p:cNvPr id="561" name="Google Shape;561;p77"/>
          <p:cNvSpPr txBox="1"/>
          <p:nvPr>
            <p:ph idx="9" type="subTitle"/>
          </p:nvPr>
        </p:nvSpPr>
        <p:spPr>
          <a:xfrm>
            <a:off x="6065863" y="1798462"/>
            <a:ext cx="2020800" cy="669300"/>
          </a:xfrm>
          <a:prstGeom prst="rect">
            <a:avLst/>
          </a:prstGeom>
        </p:spPr>
        <p:txBody>
          <a:bodyPr anchorCtr="0" anchor="t" bIns="80125" lIns="80125" spcFirstLastPara="1" rIns="80125" wrap="square" tIns="80125">
            <a:noAutofit/>
          </a:bodyPr>
          <a:lstStyle/>
          <a:p>
            <a:pPr indent="0" lvl="0" marL="0" rtl="0" algn="l">
              <a:spcBef>
                <a:spcPts val="0"/>
              </a:spcBef>
              <a:spcAft>
                <a:spcPts val="0"/>
              </a:spcAft>
              <a:buNone/>
            </a:pPr>
            <a:r>
              <a:rPr lang="en" sz="1928"/>
              <a:t>Methodology</a:t>
            </a:r>
            <a:endParaRPr sz="1928"/>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78"/>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567" name="Google Shape;567;p78"/>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pic>
        <p:nvPicPr>
          <p:cNvPr id="568" name="Google Shape;568;p78"/>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569" name="Google Shape;569;p78"/>
          <p:cNvPicPr preferRelativeResize="0"/>
          <p:nvPr/>
        </p:nvPicPr>
        <p:blipFill rotWithShape="1">
          <a:blip r:embed="rId4">
            <a:alphaModFix/>
          </a:blip>
          <a:srcRect b="0" l="12069" r="12076" t="0"/>
          <a:stretch/>
        </p:blipFill>
        <p:spPr>
          <a:xfrm>
            <a:off x="6120025" y="3173026"/>
            <a:ext cx="2557151" cy="1586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Motivation - Financial Fraud Detection</a:t>
            </a:r>
            <a:endParaRPr/>
          </a:p>
        </p:txBody>
      </p:sp>
      <p:grpSp>
        <p:nvGrpSpPr>
          <p:cNvPr id="575" name="Google Shape;575;p79"/>
          <p:cNvGrpSpPr/>
          <p:nvPr/>
        </p:nvGrpSpPr>
        <p:grpSpPr>
          <a:xfrm>
            <a:off x="809625" y="1333500"/>
            <a:ext cx="7524750" cy="956400"/>
            <a:chOff x="809625" y="1333500"/>
            <a:chExt cx="7524750" cy="956400"/>
          </a:xfrm>
        </p:grpSpPr>
        <p:sp>
          <p:nvSpPr>
            <p:cNvPr id="576" name="Google Shape;576;p79"/>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79"/>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Financial Impact</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Billions are lost </a:t>
              </a:r>
              <a:r>
                <a:rPr lang="en" sz="1100">
                  <a:solidFill>
                    <a:srgbClr val="CAFFFF"/>
                  </a:solidFill>
                  <a:latin typeface="Assistant"/>
                  <a:ea typeface="Assistant"/>
                  <a:cs typeface="Assistant"/>
                  <a:sym typeface="Assistant"/>
                </a:rPr>
                <a:t>annually</a:t>
              </a:r>
              <a:r>
                <a:rPr lang="en" sz="1100">
                  <a:solidFill>
                    <a:srgbClr val="CAFFFF"/>
                  </a:solidFill>
                  <a:latin typeface="Assistant"/>
                  <a:ea typeface="Assistant"/>
                  <a:cs typeface="Assistant"/>
                  <a:sym typeface="Assistant"/>
                </a:rPr>
                <a:t> to financial fraud</a:t>
              </a:r>
              <a:endParaRPr sz="1100">
                <a:solidFill>
                  <a:srgbClr val="CAFFFF"/>
                </a:solidFill>
                <a:latin typeface="Assistant"/>
                <a:ea typeface="Assistant"/>
                <a:cs typeface="Assistant"/>
                <a:sym typeface="Assistant"/>
              </a:endParaRPr>
            </a:p>
          </p:txBody>
        </p:sp>
        <p:sp>
          <p:nvSpPr>
            <p:cNvPr id="578" name="Google Shape;578;p79"/>
            <p:cNvSpPr/>
            <p:nvPr/>
          </p:nvSpPr>
          <p:spPr>
            <a:xfrm>
              <a:off x="490537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79"/>
            <p:cNvSpPr txBox="1"/>
            <p:nvPr/>
          </p:nvSpPr>
          <p:spPr>
            <a:xfrm>
              <a:off x="490537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Class Imbalance</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Extreme class imbalance (Illicit &lt;&lt; Licit)</a:t>
              </a:r>
              <a:endParaRPr sz="1100">
                <a:solidFill>
                  <a:srgbClr val="CAFFFF"/>
                </a:solidFill>
                <a:latin typeface="Assistant"/>
                <a:ea typeface="Assistant"/>
                <a:cs typeface="Assistant"/>
                <a:sym typeface="Assistant"/>
              </a:endParaRPr>
            </a:p>
          </p:txBody>
        </p:sp>
      </p:grpSp>
      <p:grpSp>
        <p:nvGrpSpPr>
          <p:cNvPr id="580" name="Google Shape;580;p79"/>
          <p:cNvGrpSpPr/>
          <p:nvPr/>
        </p:nvGrpSpPr>
        <p:grpSpPr>
          <a:xfrm>
            <a:off x="809625" y="3017925"/>
            <a:ext cx="7524750" cy="956400"/>
            <a:chOff x="809625" y="1333500"/>
            <a:chExt cx="7524750" cy="956400"/>
          </a:xfrm>
        </p:grpSpPr>
        <p:sp>
          <p:nvSpPr>
            <p:cNvPr id="581" name="Google Shape;581;p79"/>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79"/>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Evolving Challenges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Fraud activities are constantly growing more coordinated and complex</a:t>
              </a:r>
              <a:endParaRPr sz="1100">
                <a:solidFill>
                  <a:srgbClr val="CAFFFF"/>
                </a:solidFill>
                <a:latin typeface="Assistant"/>
                <a:ea typeface="Assistant"/>
                <a:cs typeface="Assistant"/>
                <a:sym typeface="Assistant"/>
              </a:endParaRPr>
            </a:p>
          </p:txBody>
        </p:sp>
        <p:sp>
          <p:nvSpPr>
            <p:cNvPr id="583" name="Google Shape;583;p79"/>
            <p:cNvSpPr/>
            <p:nvPr/>
          </p:nvSpPr>
          <p:spPr>
            <a:xfrm>
              <a:off x="490537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4" name="Google Shape;584;p79"/>
            <p:cNvSpPr txBox="1"/>
            <p:nvPr/>
          </p:nvSpPr>
          <p:spPr>
            <a:xfrm>
              <a:off x="490537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Traditional Methods Struggle</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Traditional methods tend to struggle with this problem, treating transactions independently</a:t>
              </a:r>
              <a:endParaRPr sz="1100">
                <a:solidFill>
                  <a:srgbClr val="CAFFFF"/>
                </a:solidFill>
                <a:latin typeface="Assistant"/>
                <a:ea typeface="Assistant"/>
                <a:cs typeface="Assistant"/>
                <a:sym typeface="Assistan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8" name="Shape 588"/>
        <p:cNvGrpSpPr/>
        <p:nvPr/>
      </p:nvGrpSpPr>
      <p:grpSpPr>
        <a:xfrm>
          <a:off x="0" y="0"/>
          <a:ext cx="0" cy="0"/>
          <a:chOff x="0" y="0"/>
          <a:chExt cx="0" cy="0"/>
        </a:xfrm>
      </p:grpSpPr>
      <p:pic>
        <p:nvPicPr>
          <p:cNvPr id="589" name="Google Shape;589;p80"/>
          <p:cNvPicPr preferRelativeResize="0"/>
          <p:nvPr/>
        </p:nvPicPr>
        <p:blipFill rotWithShape="1">
          <a:blip r:embed="rId4">
            <a:alphaModFix/>
          </a:blip>
          <a:srcRect b="0" l="0" r="0" t="0"/>
          <a:stretch/>
        </p:blipFill>
        <p:spPr>
          <a:xfrm>
            <a:off x="0" y="0"/>
            <a:ext cx="9144000" cy="5143500"/>
          </a:xfrm>
          <a:prstGeom prst="rect">
            <a:avLst/>
          </a:prstGeom>
          <a:noFill/>
          <a:ln>
            <a:noFill/>
          </a:ln>
        </p:spPr>
      </p:pic>
      <p:pic>
        <p:nvPicPr>
          <p:cNvPr id="590" name="Google Shape;590;p80"/>
          <p:cNvPicPr preferRelativeResize="0"/>
          <p:nvPr/>
        </p:nvPicPr>
        <p:blipFill rotWithShape="1">
          <a:blip r:embed="rId5">
            <a:alphaModFix/>
          </a:blip>
          <a:srcRect b="0" l="0" r="0" t="0"/>
          <a:stretch/>
        </p:blipFill>
        <p:spPr>
          <a:xfrm>
            <a:off x="-465773" y="3764280"/>
            <a:ext cx="1901100" cy="1901100"/>
          </a:xfrm>
          <a:prstGeom prst="rect">
            <a:avLst/>
          </a:prstGeom>
          <a:noFill/>
          <a:ln>
            <a:noFill/>
          </a:ln>
        </p:spPr>
      </p:pic>
      <p:pic>
        <p:nvPicPr>
          <p:cNvPr id="591" name="Google Shape;591;p80"/>
          <p:cNvPicPr preferRelativeResize="0"/>
          <p:nvPr/>
        </p:nvPicPr>
        <p:blipFill rotWithShape="1">
          <a:blip r:embed="rId5">
            <a:alphaModFix/>
          </a:blip>
          <a:srcRect b="0" l="0" r="0" t="0"/>
          <a:stretch/>
        </p:blipFill>
        <p:spPr>
          <a:xfrm>
            <a:off x="8322945" y="1489710"/>
            <a:ext cx="1901100" cy="1901100"/>
          </a:xfrm>
          <a:prstGeom prst="rect">
            <a:avLst/>
          </a:prstGeom>
          <a:noFill/>
          <a:ln>
            <a:noFill/>
          </a:ln>
        </p:spPr>
      </p:pic>
      <p:pic>
        <p:nvPicPr>
          <p:cNvPr id="592" name="Google Shape;592;p80"/>
          <p:cNvPicPr preferRelativeResize="0"/>
          <p:nvPr/>
        </p:nvPicPr>
        <p:blipFill rotWithShape="1">
          <a:blip r:embed="rId5">
            <a:alphaModFix/>
          </a:blip>
          <a:srcRect b="0" l="0" r="0" t="0"/>
          <a:stretch/>
        </p:blipFill>
        <p:spPr>
          <a:xfrm>
            <a:off x="7479983" y="-969645"/>
            <a:ext cx="1901100" cy="1901100"/>
          </a:xfrm>
          <a:prstGeom prst="rect">
            <a:avLst/>
          </a:prstGeom>
          <a:noFill/>
          <a:ln>
            <a:noFill/>
          </a:ln>
        </p:spPr>
      </p:pic>
      <p:sp>
        <p:nvSpPr>
          <p:cNvPr id="593" name="Google Shape;593;p80"/>
          <p:cNvSpPr txBox="1"/>
          <p:nvPr>
            <p:ph type="title"/>
          </p:nvPr>
        </p:nvSpPr>
        <p:spPr>
          <a:xfrm>
            <a:off x="720000" y="445025"/>
            <a:ext cx="7704000" cy="572700"/>
          </a:xfrm>
          <a:prstGeom prst="rect">
            <a:avLst/>
          </a:prstGeom>
          <a:solidFill>
            <a:srgbClr val="000000">
              <a:alpha val="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25">
                <a:solidFill>
                  <a:srgbClr val="CAFFFF"/>
                </a:solidFill>
                <a:latin typeface="Advent Pro"/>
                <a:ea typeface="Advent Pro"/>
                <a:cs typeface="Advent Pro"/>
                <a:sym typeface="Advent Pro"/>
              </a:rPr>
              <a:t>Why Graph Neural Networks</a:t>
            </a:r>
            <a:endParaRPr b="1" sz="2325">
              <a:solidFill>
                <a:srgbClr val="CAFFFF"/>
              </a:solidFill>
              <a:latin typeface="Advent Pro"/>
              <a:ea typeface="Advent Pro"/>
              <a:cs typeface="Advent Pro"/>
              <a:sym typeface="Advent Pro"/>
            </a:endParaRPr>
          </a:p>
        </p:txBody>
      </p:sp>
      <p:grpSp>
        <p:nvGrpSpPr>
          <p:cNvPr id="594" name="Google Shape;594;p80"/>
          <p:cNvGrpSpPr/>
          <p:nvPr/>
        </p:nvGrpSpPr>
        <p:grpSpPr>
          <a:xfrm>
            <a:off x="809625" y="1333500"/>
            <a:ext cx="7524900" cy="2571750"/>
            <a:chOff x="809625" y="1333500"/>
            <a:chExt cx="7524900" cy="2571750"/>
          </a:xfrm>
        </p:grpSpPr>
        <p:sp>
          <p:nvSpPr>
            <p:cNvPr id="595" name="Google Shape;595;p80"/>
            <p:cNvSpPr/>
            <p:nvPr/>
          </p:nvSpPr>
          <p:spPr>
            <a:xfrm>
              <a:off x="809625" y="1333500"/>
              <a:ext cx="3429000" cy="13335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80"/>
            <p:cNvSpPr txBox="1"/>
            <p:nvPr/>
          </p:nvSpPr>
          <p:spPr>
            <a:xfrm>
              <a:off x="809625" y="1333500"/>
              <a:ext cx="3429000" cy="13335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Network Phenomenon</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Fraud is fundamentally a network phenomenon. Transactions typically have relationships and correlations (same user, device, etc.).</a:t>
              </a:r>
              <a:endParaRPr sz="1100">
                <a:solidFill>
                  <a:srgbClr val="CAFFFF"/>
                </a:solidFill>
                <a:latin typeface="Assistant"/>
                <a:ea typeface="Assistant"/>
                <a:cs typeface="Assistant"/>
                <a:sym typeface="Assistant"/>
              </a:endParaRPr>
            </a:p>
          </p:txBody>
        </p:sp>
        <p:sp>
          <p:nvSpPr>
            <p:cNvPr id="597" name="Google Shape;597;p80"/>
            <p:cNvSpPr/>
            <p:nvPr/>
          </p:nvSpPr>
          <p:spPr>
            <a:xfrm>
              <a:off x="4905375" y="1333500"/>
              <a:ext cx="3429000" cy="13335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80"/>
            <p:cNvSpPr txBox="1"/>
            <p:nvPr/>
          </p:nvSpPr>
          <p:spPr>
            <a:xfrm>
              <a:off x="4905375" y="1333500"/>
              <a:ext cx="3429000" cy="13335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Limit of Tabular Data</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Tabular features alone cannot capture relational context, missing deep connections between entities.</a:t>
              </a:r>
              <a:endParaRPr sz="1100">
                <a:solidFill>
                  <a:srgbClr val="CAFFFF"/>
                </a:solidFill>
                <a:latin typeface="Assistant"/>
                <a:ea typeface="Assistant"/>
                <a:cs typeface="Assistant"/>
                <a:sym typeface="Assistant"/>
              </a:endParaRPr>
            </a:p>
          </p:txBody>
        </p:sp>
        <p:sp>
          <p:nvSpPr>
            <p:cNvPr id="599" name="Google Shape;599;p80"/>
            <p:cNvSpPr/>
            <p:nvPr/>
          </p:nvSpPr>
          <p:spPr>
            <a:xfrm>
              <a:off x="809625" y="2952750"/>
              <a:ext cx="7524900" cy="952500"/>
            </a:xfrm>
            <a:prstGeom prst="roundRect">
              <a:avLst>
                <a:gd fmla="val 15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80"/>
            <p:cNvSpPr txBox="1"/>
            <p:nvPr/>
          </p:nvSpPr>
          <p:spPr>
            <a:xfrm>
              <a:off x="809625" y="2952750"/>
              <a:ext cx="7524900" cy="952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b="1" lang="en" sz="1800">
                  <a:solidFill>
                    <a:srgbClr val="CAFFFF"/>
                  </a:solidFill>
                  <a:latin typeface="Assistant"/>
                  <a:ea typeface="Assistant"/>
                  <a:cs typeface="Assistant"/>
                  <a:sym typeface="Assistant"/>
                </a:rPr>
                <a:t>Solution: Introduce Edges and Graph Structure</a:t>
              </a:r>
              <a:endParaRPr b="1" sz="1800">
                <a:solidFill>
                  <a:srgbClr val="CAFFFF"/>
                </a:solidFill>
                <a:latin typeface="Assistant"/>
                <a:ea typeface="Assistant"/>
                <a:cs typeface="Assistant"/>
                <a:sym typeface="Assistan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81"/>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Existing Literature</a:t>
            </a:r>
            <a:endParaRPr/>
          </a:p>
        </p:txBody>
      </p:sp>
      <p:sp>
        <p:nvSpPr>
          <p:cNvPr id="606" name="Google Shape;606;p81"/>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pic>
        <p:nvPicPr>
          <p:cNvPr id="607" name="Google Shape;607;p81"/>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608" name="Google Shape;608;p81"/>
          <p:cNvPicPr preferRelativeResize="0"/>
          <p:nvPr/>
        </p:nvPicPr>
        <p:blipFill rotWithShape="1">
          <a:blip r:embed="rId4">
            <a:alphaModFix/>
          </a:blip>
          <a:srcRect b="13018" l="0" r="0" t="16426"/>
          <a:stretch/>
        </p:blipFill>
        <p:spPr>
          <a:xfrm>
            <a:off x="6171525" y="2923375"/>
            <a:ext cx="2510999" cy="177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Existing Literature</a:t>
            </a:r>
            <a:endParaRPr/>
          </a:p>
        </p:txBody>
      </p:sp>
      <p:grpSp>
        <p:nvGrpSpPr>
          <p:cNvPr id="614" name="Google Shape;614;p82"/>
          <p:cNvGrpSpPr/>
          <p:nvPr/>
        </p:nvGrpSpPr>
        <p:grpSpPr>
          <a:xfrm>
            <a:off x="515000" y="1362958"/>
            <a:ext cx="2472025" cy="2500030"/>
            <a:chOff x="809625" y="1333500"/>
            <a:chExt cx="2727300" cy="956400"/>
          </a:xfrm>
        </p:grpSpPr>
        <p:sp>
          <p:nvSpPr>
            <p:cNvPr id="615" name="Google Shape;615;p82"/>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82"/>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Traditional Fraud Detection</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b="1"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a:t>
              </a:r>
              <a:r>
                <a:rPr lang="en" sz="1100">
                  <a:solidFill>
                    <a:srgbClr val="CAFFFF"/>
                  </a:solidFill>
                  <a:latin typeface="Assistant"/>
                  <a:ea typeface="Assistant"/>
                  <a:cs typeface="Assistant"/>
                  <a:sym typeface="Assistant"/>
                </a:rPr>
                <a:t>Andrea Dal Pozzolo et al. highlight class </a:t>
              </a:r>
              <a:r>
                <a:rPr lang="en" sz="1100">
                  <a:solidFill>
                    <a:srgbClr val="CAFFFF"/>
                  </a:solidFill>
                  <a:latin typeface="Assistant"/>
                  <a:ea typeface="Assistant"/>
                  <a:cs typeface="Assistant"/>
                  <a:sym typeface="Assistant"/>
                </a:rPr>
                <a:t>imbalance</a:t>
              </a:r>
              <a:r>
                <a:rPr lang="en" sz="1100">
                  <a:solidFill>
                    <a:srgbClr val="CAFFFF"/>
                  </a:solidFill>
                  <a:latin typeface="Assistant"/>
                  <a:ea typeface="Assistant"/>
                  <a:cs typeface="Assistant"/>
                  <a:sym typeface="Assistant"/>
                </a:rPr>
                <a:t> challenges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Common use of Logistic Regression, Random Forest, MLP</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Transactions are treated as </a:t>
              </a:r>
              <a:r>
                <a:rPr b="1" lang="en" sz="1100">
                  <a:solidFill>
                    <a:srgbClr val="CAFFFF"/>
                  </a:solidFill>
                  <a:latin typeface="Assistant"/>
                  <a:ea typeface="Assistant"/>
                  <a:cs typeface="Assistant"/>
                  <a:sym typeface="Assistant"/>
                </a:rPr>
                <a:t>independent samples</a:t>
              </a:r>
              <a:endParaRPr b="1" sz="1100">
                <a:solidFill>
                  <a:srgbClr val="CAFFFF"/>
                </a:solidFill>
                <a:latin typeface="Assistant"/>
                <a:ea typeface="Assistant"/>
                <a:cs typeface="Assistant"/>
                <a:sym typeface="Assistant"/>
              </a:endParaRPr>
            </a:p>
          </p:txBody>
        </p:sp>
      </p:grpSp>
      <p:grpSp>
        <p:nvGrpSpPr>
          <p:cNvPr id="617" name="Google Shape;617;p82"/>
          <p:cNvGrpSpPr/>
          <p:nvPr/>
        </p:nvGrpSpPr>
        <p:grpSpPr>
          <a:xfrm>
            <a:off x="3335998" y="1362955"/>
            <a:ext cx="2471966" cy="2500030"/>
            <a:chOff x="809625" y="1333500"/>
            <a:chExt cx="3429000" cy="956400"/>
          </a:xfrm>
        </p:grpSpPr>
        <p:sp>
          <p:nvSpPr>
            <p:cNvPr id="618" name="Google Shape;618;p82"/>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9" name="Google Shape;619;p82"/>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Graph Neural Networks (GNNs)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Thomas Kipf &amp; Max Welling — GCN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F8FAFC"/>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Petar Veličković et al. — GAT</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William Hamilton et al. — GraphSAGE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Models capture </a:t>
              </a:r>
              <a:r>
                <a:rPr b="1" lang="en" sz="1100">
                  <a:solidFill>
                    <a:srgbClr val="CAFFFF"/>
                  </a:solidFill>
                  <a:latin typeface="Assistant"/>
                  <a:ea typeface="Assistant"/>
                  <a:cs typeface="Assistant"/>
                  <a:sym typeface="Assistant"/>
                </a:rPr>
                <a:t>relational structure in graphs</a:t>
              </a:r>
              <a:endParaRPr b="1" sz="1100">
                <a:solidFill>
                  <a:srgbClr val="CAFFFF"/>
                </a:solidFill>
                <a:latin typeface="Assistant"/>
                <a:ea typeface="Assistant"/>
                <a:cs typeface="Assistant"/>
                <a:sym typeface="Assistant"/>
              </a:endParaRPr>
            </a:p>
          </p:txBody>
        </p:sp>
      </p:grpSp>
      <p:grpSp>
        <p:nvGrpSpPr>
          <p:cNvPr id="620" name="Google Shape;620;p82"/>
          <p:cNvGrpSpPr/>
          <p:nvPr/>
        </p:nvGrpSpPr>
        <p:grpSpPr>
          <a:xfrm>
            <a:off x="6156948" y="1362947"/>
            <a:ext cx="2471966" cy="2500030"/>
            <a:chOff x="809625" y="1333500"/>
            <a:chExt cx="3429000" cy="956400"/>
          </a:xfrm>
        </p:grpSpPr>
        <p:sp>
          <p:nvSpPr>
            <p:cNvPr id="621" name="Google Shape;621;p82"/>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2" name="Google Shape;622;p82"/>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Gap in Existing Work</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Focus on single datasets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Limited direct comparison between classical ML models and GNNs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Unclear when graph structure provides benefits</a:t>
              </a:r>
              <a:endParaRPr sz="1100">
                <a:solidFill>
                  <a:srgbClr val="CAFFFF"/>
                </a:solidFill>
                <a:latin typeface="Assistant"/>
                <a:ea typeface="Assistant"/>
                <a:cs typeface="Assistant"/>
                <a:sym typeface="Assistan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83"/>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Overview</a:t>
            </a:r>
            <a:endParaRPr/>
          </a:p>
        </p:txBody>
      </p:sp>
      <p:sp>
        <p:nvSpPr>
          <p:cNvPr id="628" name="Google Shape;628;p83"/>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pic>
        <p:nvPicPr>
          <p:cNvPr id="629" name="Google Shape;629;p83"/>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630" name="Google Shape;630;p83"/>
          <p:cNvPicPr preferRelativeResize="0"/>
          <p:nvPr/>
        </p:nvPicPr>
        <p:blipFill rotWithShape="1">
          <a:blip r:embed="rId4">
            <a:alphaModFix/>
          </a:blip>
          <a:srcRect b="28405" l="0" r="0" t="12930"/>
          <a:stretch/>
        </p:blipFill>
        <p:spPr>
          <a:xfrm>
            <a:off x="5742450" y="2965950"/>
            <a:ext cx="2965850" cy="17399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8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 Selection</a:t>
            </a:r>
            <a:endParaRPr/>
          </a:p>
        </p:txBody>
      </p:sp>
      <p:grpSp>
        <p:nvGrpSpPr>
          <p:cNvPr id="636" name="Google Shape;636;p84"/>
          <p:cNvGrpSpPr/>
          <p:nvPr/>
        </p:nvGrpSpPr>
        <p:grpSpPr>
          <a:xfrm>
            <a:off x="515000" y="1362922"/>
            <a:ext cx="2472025" cy="2932131"/>
            <a:chOff x="809625" y="1333500"/>
            <a:chExt cx="2727300" cy="956400"/>
          </a:xfrm>
        </p:grpSpPr>
        <p:sp>
          <p:nvSpPr>
            <p:cNvPr id="637" name="Google Shape;637;p84"/>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84"/>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PaySim (Mobile Money Simulation)</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b="1"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Synthetic mobile money transaction dataset</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Tabular structure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Simulates real-world financial transfer behavior</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Includes normal and fraudulent transaction labels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p:txBody>
        </p:sp>
      </p:grpSp>
      <p:grpSp>
        <p:nvGrpSpPr>
          <p:cNvPr id="639" name="Google Shape;639;p84"/>
          <p:cNvGrpSpPr/>
          <p:nvPr/>
        </p:nvGrpSpPr>
        <p:grpSpPr>
          <a:xfrm>
            <a:off x="3335998" y="1362958"/>
            <a:ext cx="2471966" cy="2932131"/>
            <a:chOff x="809625" y="1333500"/>
            <a:chExt cx="3429000" cy="956400"/>
          </a:xfrm>
        </p:grpSpPr>
        <p:sp>
          <p:nvSpPr>
            <p:cNvPr id="640" name="Google Shape;640;p84"/>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1" name="Google Shape;641;p84"/>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Elliptic Dataset</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Real-world Bitcoin transaction dataset</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F8FAFC"/>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Natural graph structure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Nodes represent individual transactions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Contains licit, illicit and </a:t>
              </a:r>
              <a:r>
                <a:rPr lang="en" sz="1100">
                  <a:solidFill>
                    <a:srgbClr val="CAFFFF"/>
                  </a:solidFill>
                  <a:latin typeface="Assistant"/>
                  <a:ea typeface="Assistant"/>
                  <a:cs typeface="Assistant"/>
                  <a:sym typeface="Assistant"/>
                </a:rPr>
                <a:t>unknown transactions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Large-scale financial network data (~200k transactions)</a:t>
              </a:r>
              <a:endParaRPr sz="1100">
                <a:solidFill>
                  <a:srgbClr val="CAFFFF"/>
                </a:solidFill>
                <a:latin typeface="Assistant"/>
                <a:ea typeface="Assistant"/>
                <a:cs typeface="Assistant"/>
                <a:sym typeface="Assistant"/>
              </a:endParaRPr>
            </a:p>
          </p:txBody>
        </p:sp>
      </p:grpSp>
      <p:grpSp>
        <p:nvGrpSpPr>
          <p:cNvPr id="642" name="Google Shape;642;p84"/>
          <p:cNvGrpSpPr/>
          <p:nvPr/>
        </p:nvGrpSpPr>
        <p:grpSpPr>
          <a:xfrm>
            <a:off x="6156948" y="1362959"/>
            <a:ext cx="2471966" cy="2932131"/>
            <a:chOff x="809625" y="1333500"/>
            <a:chExt cx="3429000" cy="956400"/>
          </a:xfrm>
        </p:grpSpPr>
        <p:sp>
          <p:nvSpPr>
            <p:cNvPr id="643" name="Google Shape;643;p84"/>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84"/>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IEEE-CIS Dataset</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Real-world credit card fraud dataset (Featured in Kaggle Competition)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Tabular structure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Includes rich categorical  and behavioral features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Highly imbalance fraud labels</a:t>
              </a:r>
              <a:endParaRPr sz="1100">
                <a:solidFill>
                  <a:srgbClr val="CAFFFF"/>
                </a:solidFill>
                <a:latin typeface="Assistant"/>
                <a:ea typeface="Assistant"/>
                <a:cs typeface="Assistant"/>
                <a:sym typeface="Assistan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85"/>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650" name="Google Shape;650;p85"/>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pic>
        <p:nvPicPr>
          <p:cNvPr id="651" name="Google Shape;651;p85"/>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652" name="Google Shape;652;p85"/>
          <p:cNvPicPr preferRelativeResize="0"/>
          <p:nvPr/>
        </p:nvPicPr>
        <p:blipFill rotWithShape="1">
          <a:blip r:embed="rId4">
            <a:alphaModFix/>
          </a:blip>
          <a:srcRect b="26822" l="19054" r="13497" t="20097"/>
          <a:stretch/>
        </p:blipFill>
        <p:spPr>
          <a:xfrm>
            <a:off x="6669225" y="2986750"/>
            <a:ext cx="2016550" cy="1586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a:t>
            </a:r>
            <a:r>
              <a:rPr lang="en"/>
              <a:t> Formulation</a:t>
            </a:r>
            <a:endParaRPr/>
          </a:p>
        </p:txBody>
      </p:sp>
      <p:grpSp>
        <p:nvGrpSpPr>
          <p:cNvPr id="658" name="Google Shape;658;p86"/>
          <p:cNvGrpSpPr/>
          <p:nvPr/>
        </p:nvGrpSpPr>
        <p:grpSpPr>
          <a:xfrm>
            <a:off x="446260" y="1137072"/>
            <a:ext cx="3287215" cy="1253171"/>
            <a:chOff x="809625" y="1333500"/>
            <a:chExt cx="2727300" cy="956400"/>
          </a:xfrm>
        </p:grpSpPr>
        <p:sp>
          <p:nvSpPr>
            <p:cNvPr id="659" name="Google Shape;659;p86"/>
            <p:cNvSpPr/>
            <p:nvPr/>
          </p:nvSpPr>
          <p:spPr>
            <a:xfrm>
              <a:off x="809625" y="1333500"/>
              <a:ext cx="2668500" cy="956400"/>
            </a:xfrm>
            <a:prstGeom prst="roundRect">
              <a:avLst>
                <a:gd fmla="val 10714" name="adj"/>
              </a:avLst>
            </a:prstGeom>
            <a:solidFill>
              <a:srgbClr val="0A2A5E">
                <a:alpha val="60000"/>
              </a:srgbClr>
            </a:solidFill>
            <a:ln cap="flat" cmpd="sng" w="10350">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86"/>
            <p:cNvSpPr txBox="1"/>
            <p:nvPr/>
          </p:nvSpPr>
          <p:spPr>
            <a:xfrm>
              <a:off x="809625" y="1333500"/>
              <a:ext cx="2727300" cy="956400"/>
            </a:xfrm>
            <a:prstGeom prst="rect">
              <a:avLst/>
            </a:prstGeom>
            <a:noFill/>
            <a:ln>
              <a:noFill/>
            </a:ln>
          </p:spPr>
          <p:txBody>
            <a:bodyPr anchorCtr="0" anchor="t" bIns="207150" lIns="207150" spcFirstLastPara="1" rIns="207150" wrap="square" tIns="207150">
              <a:noAutofit/>
            </a:bodyPr>
            <a:lstStyle/>
            <a:p>
              <a:pPr indent="0" lvl="0" marL="0" rtl="0" algn="l">
                <a:spcBef>
                  <a:spcPts val="0"/>
                </a:spcBef>
                <a:spcAft>
                  <a:spcPts val="0"/>
                </a:spcAft>
                <a:buNone/>
              </a:pPr>
              <a:r>
                <a:rPr b="1" lang="en" sz="1631">
                  <a:solidFill>
                    <a:srgbClr val="CAFFFF"/>
                  </a:solidFill>
                  <a:latin typeface="Assistant"/>
                  <a:ea typeface="Assistant"/>
                  <a:cs typeface="Assistant"/>
                  <a:sym typeface="Assistant"/>
                </a:rPr>
                <a:t>Problem Formulation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Fraud detection as </a:t>
              </a:r>
              <a:r>
                <a:rPr b="1" lang="en" sz="1100">
                  <a:solidFill>
                    <a:srgbClr val="CAFFFF"/>
                  </a:solidFill>
                  <a:latin typeface="Assistant"/>
                  <a:ea typeface="Assistant"/>
                  <a:cs typeface="Assistant"/>
                  <a:sym typeface="Assistant"/>
                </a:rPr>
                <a:t>node classification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Each transaction is a node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Goal: predict fraud vs non-fraud</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96">
                <a:solidFill>
                  <a:srgbClr val="CAFFFF"/>
                </a:solidFill>
                <a:latin typeface="Assistant"/>
                <a:ea typeface="Assistant"/>
                <a:cs typeface="Assistant"/>
                <a:sym typeface="Assistant"/>
              </a:endParaRPr>
            </a:p>
          </p:txBody>
        </p:sp>
      </p:grpSp>
      <p:grpSp>
        <p:nvGrpSpPr>
          <p:cNvPr id="661" name="Google Shape;661;p86"/>
          <p:cNvGrpSpPr/>
          <p:nvPr/>
        </p:nvGrpSpPr>
        <p:grpSpPr>
          <a:xfrm>
            <a:off x="2928398" y="2468800"/>
            <a:ext cx="3417028" cy="1253175"/>
            <a:chOff x="809625" y="1333497"/>
            <a:chExt cx="2835002" cy="956403"/>
          </a:xfrm>
        </p:grpSpPr>
        <p:sp>
          <p:nvSpPr>
            <p:cNvPr id="662" name="Google Shape;662;p86"/>
            <p:cNvSpPr/>
            <p:nvPr/>
          </p:nvSpPr>
          <p:spPr>
            <a:xfrm>
              <a:off x="809625" y="1333500"/>
              <a:ext cx="2668500" cy="956400"/>
            </a:xfrm>
            <a:prstGeom prst="roundRect">
              <a:avLst>
                <a:gd fmla="val 10714" name="adj"/>
              </a:avLst>
            </a:prstGeom>
            <a:solidFill>
              <a:srgbClr val="0A2A5E">
                <a:alpha val="60000"/>
              </a:srgbClr>
            </a:solidFill>
            <a:ln cap="flat" cmpd="sng" w="10350">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86"/>
            <p:cNvSpPr txBox="1"/>
            <p:nvPr/>
          </p:nvSpPr>
          <p:spPr>
            <a:xfrm>
              <a:off x="809627" y="1333497"/>
              <a:ext cx="2835000" cy="956400"/>
            </a:xfrm>
            <a:prstGeom prst="rect">
              <a:avLst/>
            </a:prstGeom>
            <a:noFill/>
            <a:ln>
              <a:noFill/>
            </a:ln>
          </p:spPr>
          <p:txBody>
            <a:bodyPr anchorCtr="0" anchor="t" bIns="207150" lIns="207150" spcFirstLastPara="1" rIns="207150" wrap="square" tIns="207150">
              <a:noAutofit/>
            </a:bodyPr>
            <a:lstStyle/>
            <a:p>
              <a:pPr indent="0" lvl="0" marL="0" rtl="0" algn="l">
                <a:spcBef>
                  <a:spcPts val="0"/>
                </a:spcBef>
                <a:spcAft>
                  <a:spcPts val="0"/>
                </a:spcAft>
                <a:buNone/>
              </a:pPr>
              <a:r>
                <a:rPr b="1" lang="en" sz="1631">
                  <a:solidFill>
                    <a:srgbClr val="CAFFFF"/>
                  </a:solidFill>
                  <a:latin typeface="Assistant"/>
                  <a:ea typeface="Assistant"/>
                  <a:cs typeface="Assistant"/>
                  <a:sym typeface="Assistant"/>
                </a:rPr>
                <a:t>Graph</a:t>
              </a:r>
              <a:r>
                <a:rPr b="1" lang="en" sz="1631">
                  <a:solidFill>
                    <a:srgbClr val="CAFFFF"/>
                  </a:solidFill>
                  <a:latin typeface="Assistant"/>
                  <a:ea typeface="Assistant"/>
                  <a:cs typeface="Assistant"/>
                  <a:sym typeface="Assistant"/>
                </a:rPr>
                <a:t> Representation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Transactions represented as node classification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Nodes contain transaction features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Edges encode relationships between transactions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96">
                <a:solidFill>
                  <a:srgbClr val="CAFFFF"/>
                </a:solidFill>
                <a:latin typeface="Assistant"/>
                <a:ea typeface="Assistant"/>
                <a:cs typeface="Assistant"/>
                <a:sym typeface="Assistant"/>
              </a:endParaRPr>
            </a:p>
          </p:txBody>
        </p:sp>
      </p:grpSp>
      <p:grpSp>
        <p:nvGrpSpPr>
          <p:cNvPr id="664" name="Google Shape;664;p86"/>
          <p:cNvGrpSpPr/>
          <p:nvPr/>
        </p:nvGrpSpPr>
        <p:grpSpPr>
          <a:xfrm>
            <a:off x="5390597" y="3800530"/>
            <a:ext cx="3287215" cy="1081019"/>
            <a:chOff x="809625" y="1333500"/>
            <a:chExt cx="2727300" cy="956400"/>
          </a:xfrm>
        </p:grpSpPr>
        <p:sp>
          <p:nvSpPr>
            <p:cNvPr id="665" name="Google Shape;665;p86"/>
            <p:cNvSpPr/>
            <p:nvPr/>
          </p:nvSpPr>
          <p:spPr>
            <a:xfrm>
              <a:off x="809625" y="1333500"/>
              <a:ext cx="2668500" cy="956400"/>
            </a:xfrm>
            <a:prstGeom prst="roundRect">
              <a:avLst>
                <a:gd fmla="val 10714" name="adj"/>
              </a:avLst>
            </a:prstGeom>
            <a:solidFill>
              <a:srgbClr val="0A2A5E">
                <a:alpha val="60000"/>
              </a:srgbClr>
            </a:solidFill>
            <a:ln cap="flat" cmpd="sng" w="10350">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6" name="Google Shape;666;p86"/>
            <p:cNvSpPr txBox="1"/>
            <p:nvPr/>
          </p:nvSpPr>
          <p:spPr>
            <a:xfrm>
              <a:off x="809625" y="1333500"/>
              <a:ext cx="2727300" cy="956400"/>
            </a:xfrm>
            <a:prstGeom prst="rect">
              <a:avLst/>
            </a:prstGeom>
            <a:noFill/>
            <a:ln>
              <a:noFill/>
            </a:ln>
          </p:spPr>
          <p:txBody>
            <a:bodyPr anchorCtr="0" anchor="t" bIns="207150" lIns="207150" spcFirstLastPara="1" rIns="207150" wrap="square" tIns="207150">
              <a:noAutofit/>
            </a:bodyPr>
            <a:lstStyle/>
            <a:p>
              <a:pPr indent="0" lvl="0" marL="0" rtl="0" algn="l">
                <a:spcBef>
                  <a:spcPts val="0"/>
                </a:spcBef>
                <a:spcAft>
                  <a:spcPts val="0"/>
                </a:spcAft>
                <a:buNone/>
              </a:pPr>
              <a:r>
                <a:rPr b="1" lang="en" sz="1631">
                  <a:solidFill>
                    <a:srgbClr val="CAFFFF"/>
                  </a:solidFill>
                  <a:latin typeface="Assistant"/>
                  <a:ea typeface="Assistant"/>
                  <a:cs typeface="Assistant"/>
                  <a:sym typeface="Assistant"/>
                </a:rPr>
                <a:t>Objective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Learn representations that capture both features and relationships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96">
                <a:solidFill>
                  <a:srgbClr val="CAFFFF"/>
                </a:solidFill>
                <a:latin typeface="Assistant"/>
                <a:ea typeface="Assistant"/>
                <a:cs typeface="Assistant"/>
                <a:sym typeface="Assistan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8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 Construction</a:t>
            </a:r>
            <a:endParaRPr/>
          </a:p>
        </p:txBody>
      </p:sp>
      <p:grpSp>
        <p:nvGrpSpPr>
          <p:cNvPr id="672" name="Google Shape;672;p87"/>
          <p:cNvGrpSpPr/>
          <p:nvPr/>
        </p:nvGrpSpPr>
        <p:grpSpPr>
          <a:xfrm>
            <a:off x="515000" y="1362944"/>
            <a:ext cx="2472025" cy="1930589"/>
            <a:chOff x="809625" y="1333500"/>
            <a:chExt cx="2727300" cy="956400"/>
          </a:xfrm>
        </p:grpSpPr>
        <p:sp>
          <p:nvSpPr>
            <p:cNvPr id="673" name="Google Shape;673;p87"/>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87"/>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PaySim (Mobile Money Simulation)</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b="1"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Constructed  Graph</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Edges based 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 Sender to Receiver links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 Temporal proximity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p:txBody>
        </p:sp>
      </p:grpSp>
      <p:grpSp>
        <p:nvGrpSpPr>
          <p:cNvPr id="675" name="Google Shape;675;p87"/>
          <p:cNvGrpSpPr/>
          <p:nvPr/>
        </p:nvGrpSpPr>
        <p:grpSpPr>
          <a:xfrm>
            <a:off x="3335998" y="1362972"/>
            <a:ext cx="2471966" cy="1930589"/>
            <a:chOff x="809625" y="1333500"/>
            <a:chExt cx="3429000" cy="956400"/>
          </a:xfrm>
        </p:grpSpPr>
        <p:sp>
          <p:nvSpPr>
            <p:cNvPr id="676" name="Google Shape;676;p87"/>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7" name="Google Shape;677;p87"/>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Elliptic Dataset</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Native Bitcoin transaction graph</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Edges based on:</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 Actual fund transfers</a:t>
              </a:r>
              <a:endParaRPr sz="1100">
                <a:solidFill>
                  <a:srgbClr val="CAFFFF"/>
                </a:solidFill>
                <a:latin typeface="Assistant"/>
                <a:ea typeface="Assistant"/>
                <a:cs typeface="Assistant"/>
                <a:sym typeface="Assistant"/>
              </a:endParaRPr>
            </a:p>
          </p:txBody>
        </p:sp>
      </p:grpSp>
      <p:grpSp>
        <p:nvGrpSpPr>
          <p:cNvPr id="678" name="Google Shape;678;p87"/>
          <p:cNvGrpSpPr/>
          <p:nvPr/>
        </p:nvGrpSpPr>
        <p:grpSpPr>
          <a:xfrm>
            <a:off x="6156948" y="1362973"/>
            <a:ext cx="2471966" cy="1930589"/>
            <a:chOff x="809625" y="1333500"/>
            <a:chExt cx="3429000" cy="956400"/>
          </a:xfrm>
        </p:grpSpPr>
        <p:sp>
          <p:nvSpPr>
            <p:cNvPr id="679" name="Google Shape;679;p87"/>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87"/>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IEEE-CIS Dataset</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Constructed Graph</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Edges based on:</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 Shared card information</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 Device fingerprint</a:t>
              </a:r>
              <a:endParaRPr sz="1100">
                <a:solidFill>
                  <a:schemeClr val="dk1"/>
                </a:solidFill>
                <a:latin typeface="Assistant"/>
                <a:ea typeface="Assistant"/>
                <a:cs typeface="Assistant"/>
                <a:sym typeface="Assistant"/>
              </a:endParaRPr>
            </a:p>
            <a:p>
              <a:pPr indent="0" lvl="0" marL="0" rtl="0" algn="l">
                <a:spcBef>
                  <a:spcPts val="0"/>
                </a:spcBef>
                <a:spcAft>
                  <a:spcPts val="0"/>
                </a:spcAft>
                <a:buNone/>
              </a:pPr>
              <a:r>
                <a:rPr lang="en" sz="1100">
                  <a:solidFill>
                    <a:schemeClr val="dk1"/>
                  </a:solidFill>
                  <a:latin typeface="Assistant"/>
                  <a:ea typeface="Assistant"/>
                  <a:cs typeface="Assistant"/>
                  <a:sym typeface="Assistant"/>
                </a:rPr>
                <a:t>	- Email/identity overlap</a:t>
              </a:r>
              <a:endParaRPr sz="1100">
                <a:solidFill>
                  <a:schemeClr val="dk1"/>
                </a:solidFill>
                <a:latin typeface="Assistant"/>
                <a:ea typeface="Assistant"/>
                <a:cs typeface="Assistant"/>
                <a:sym typeface="Assistan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pic>
        <p:nvPicPr>
          <p:cNvPr id="685" name="Google Shape;685;p88"/>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686" name="Google Shape;686;p88"/>
          <p:cNvPicPr preferRelativeResize="0"/>
          <p:nvPr/>
        </p:nvPicPr>
        <p:blipFill>
          <a:blip r:embed="rId4">
            <a:alphaModFix amt="52999"/>
          </a:blip>
          <a:stretch>
            <a:fillRect/>
          </a:stretch>
        </p:blipFill>
        <p:spPr>
          <a:xfrm>
            <a:off x="-465850" y="3764250"/>
            <a:ext cx="1900950" cy="1900950"/>
          </a:xfrm>
          <a:prstGeom prst="rect">
            <a:avLst/>
          </a:prstGeom>
          <a:noFill/>
          <a:ln>
            <a:noFill/>
          </a:ln>
        </p:spPr>
      </p:pic>
      <p:pic>
        <p:nvPicPr>
          <p:cNvPr id="687" name="Google Shape;687;p88"/>
          <p:cNvPicPr preferRelativeResize="0"/>
          <p:nvPr/>
        </p:nvPicPr>
        <p:blipFill>
          <a:blip r:embed="rId4">
            <a:alphaModFix amt="60000"/>
          </a:blip>
          <a:stretch>
            <a:fillRect/>
          </a:stretch>
        </p:blipFill>
        <p:spPr>
          <a:xfrm>
            <a:off x="8322550" y="1489975"/>
            <a:ext cx="1900950" cy="1900950"/>
          </a:xfrm>
          <a:prstGeom prst="rect">
            <a:avLst/>
          </a:prstGeom>
          <a:noFill/>
          <a:ln>
            <a:noFill/>
          </a:ln>
        </p:spPr>
      </p:pic>
      <p:pic>
        <p:nvPicPr>
          <p:cNvPr id="688" name="Google Shape;688;p88"/>
          <p:cNvPicPr preferRelativeResize="0"/>
          <p:nvPr/>
        </p:nvPicPr>
        <p:blipFill>
          <a:blip r:embed="rId4">
            <a:alphaModFix amt="76000"/>
          </a:blip>
          <a:stretch>
            <a:fillRect/>
          </a:stretch>
        </p:blipFill>
        <p:spPr>
          <a:xfrm>
            <a:off x="7480300" y="-969775"/>
            <a:ext cx="1900950" cy="1900950"/>
          </a:xfrm>
          <a:prstGeom prst="rect">
            <a:avLst/>
          </a:prstGeom>
          <a:noFill/>
          <a:ln>
            <a:noFill/>
          </a:ln>
        </p:spPr>
      </p:pic>
      <p:sp>
        <p:nvSpPr>
          <p:cNvPr id="689" name="Google Shape;689;p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Baseline Models</a:t>
            </a:r>
            <a:endParaRPr/>
          </a:p>
        </p:txBody>
      </p:sp>
      <p:grpSp>
        <p:nvGrpSpPr>
          <p:cNvPr id="690" name="Google Shape;690;p88"/>
          <p:cNvGrpSpPr/>
          <p:nvPr/>
        </p:nvGrpSpPr>
        <p:grpSpPr>
          <a:xfrm>
            <a:off x="714375" y="1333500"/>
            <a:ext cx="7715400" cy="2857500"/>
            <a:chOff x="714375" y="1333500"/>
            <a:chExt cx="7715400" cy="2857500"/>
          </a:xfrm>
        </p:grpSpPr>
        <p:sp>
          <p:nvSpPr>
            <p:cNvPr id="691" name="Google Shape;691;p88"/>
            <p:cNvSpPr/>
            <p:nvPr/>
          </p:nvSpPr>
          <p:spPr>
            <a:xfrm>
              <a:off x="714375" y="1333500"/>
              <a:ext cx="2381400" cy="2857500"/>
            </a:xfrm>
            <a:prstGeom prst="roundRect">
              <a:avLst>
                <a:gd fmla="val 6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2" name="Google Shape;692;p88"/>
            <p:cNvSpPr txBox="1"/>
            <p:nvPr/>
          </p:nvSpPr>
          <p:spPr>
            <a:xfrm>
              <a:off x="714375" y="1333500"/>
              <a:ext cx="2381400" cy="2857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 sz="4800">
                  <a:solidFill>
                    <a:srgbClr val="CAFFFF"/>
                  </a:solidFill>
                  <a:latin typeface="Material Icons"/>
                  <a:ea typeface="Material Icons"/>
                  <a:cs typeface="Material Icons"/>
                  <a:sym typeface="Material Icons"/>
                </a:rPr>
                <a:t>analytics</a:t>
              </a:r>
              <a:endParaRPr sz="4800">
                <a:solidFill>
                  <a:srgbClr val="CAFFFF"/>
                </a:solidFill>
                <a:latin typeface="Material Icons"/>
                <a:ea typeface="Material Icons"/>
                <a:cs typeface="Material Icons"/>
                <a:sym typeface="Material Icons"/>
              </a:endParaRPr>
            </a:p>
            <a:p>
              <a:pPr indent="0" lvl="0" marL="0" rtl="0" algn="ctr">
                <a:spcBef>
                  <a:spcPts val="1500"/>
                </a:spcBef>
                <a:spcAft>
                  <a:spcPts val="0"/>
                </a:spcAft>
                <a:buNone/>
              </a:pPr>
              <a:r>
                <a:rPr b="1" lang="en" sz="1800">
                  <a:solidFill>
                    <a:srgbClr val="CAFFFF"/>
                  </a:solidFill>
                  <a:latin typeface="Advent Pro"/>
                  <a:ea typeface="Advent Pro"/>
                  <a:cs typeface="Advent Pro"/>
                  <a:sym typeface="Advent Pro"/>
                </a:rPr>
                <a:t>Logistic Regression</a:t>
              </a:r>
              <a:endParaRPr b="1" sz="1800">
                <a:solidFill>
                  <a:srgbClr val="CAFFFF"/>
                </a:solidFill>
                <a:latin typeface="Advent Pro"/>
                <a:ea typeface="Advent Pro"/>
                <a:cs typeface="Advent Pro"/>
                <a:sym typeface="Advent Pro"/>
              </a:endParaRPr>
            </a:p>
          </p:txBody>
        </p:sp>
        <p:sp>
          <p:nvSpPr>
            <p:cNvPr id="693" name="Google Shape;693;p88"/>
            <p:cNvSpPr/>
            <p:nvPr/>
          </p:nvSpPr>
          <p:spPr>
            <a:xfrm>
              <a:off x="3381375" y="1333500"/>
              <a:ext cx="2381400" cy="2857500"/>
            </a:xfrm>
            <a:prstGeom prst="roundRect">
              <a:avLst>
                <a:gd fmla="val 6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4" name="Google Shape;694;p88"/>
            <p:cNvSpPr txBox="1"/>
            <p:nvPr/>
          </p:nvSpPr>
          <p:spPr>
            <a:xfrm>
              <a:off x="3381375" y="1333500"/>
              <a:ext cx="2381400" cy="2857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 sz="4800">
                  <a:solidFill>
                    <a:srgbClr val="CAFFFF"/>
                  </a:solidFill>
                  <a:latin typeface="Material Icons"/>
                  <a:ea typeface="Material Icons"/>
                  <a:cs typeface="Material Icons"/>
                  <a:sym typeface="Material Icons"/>
                </a:rPr>
                <a:t>psychology</a:t>
              </a:r>
              <a:endParaRPr sz="4800">
                <a:solidFill>
                  <a:srgbClr val="CAFFFF"/>
                </a:solidFill>
                <a:latin typeface="Material Icons"/>
                <a:ea typeface="Material Icons"/>
                <a:cs typeface="Material Icons"/>
                <a:sym typeface="Material Icons"/>
              </a:endParaRPr>
            </a:p>
            <a:p>
              <a:pPr indent="0" lvl="0" marL="0" rtl="0" algn="ctr">
                <a:spcBef>
                  <a:spcPts val="1500"/>
                </a:spcBef>
                <a:spcAft>
                  <a:spcPts val="0"/>
                </a:spcAft>
                <a:buNone/>
              </a:pPr>
              <a:r>
                <a:rPr b="1" lang="en" sz="1800">
                  <a:solidFill>
                    <a:srgbClr val="CAFFFF"/>
                  </a:solidFill>
                  <a:latin typeface="Advent Pro"/>
                  <a:ea typeface="Advent Pro"/>
                  <a:cs typeface="Advent Pro"/>
                  <a:sym typeface="Advent Pro"/>
                </a:rPr>
                <a:t>MLP (Multi-Layer Perceptron)</a:t>
              </a:r>
              <a:endParaRPr b="1" sz="1800">
                <a:solidFill>
                  <a:srgbClr val="CAFFFF"/>
                </a:solidFill>
                <a:latin typeface="Advent Pro"/>
                <a:ea typeface="Advent Pro"/>
                <a:cs typeface="Advent Pro"/>
                <a:sym typeface="Advent Pro"/>
              </a:endParaRPr>
            </a:p>
          </p:txBody>
        </p:sp>
        <p:sp>
          <p:nvSpPr>
            <p:cNvPr id="695" name="Google Shape;695;p88"/>
            <p:cNvSpPr/>
            <p:nvPr/>
          </p:nvSpPr>
          <p:spPr>
            <a:xfrm>
              <a:off x="6048375" y="1333500"/>
              <a:ext cx="2381400" cy="2857500"/>
            </a:xfrm>
            <a:prstGeom prst="roundRect">
              <a:avLst>
                <a:gd fmla="val 6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88"/>
            <p:cNvSpPr txBox="1"/>
            <p:nvPr/>
          </p:nvSpPr>
          <p:spPr>
            <a:xfrm>
              <a:off x="6048375" y="1333500"/>
              <a:ext cx="2381400" cy="2857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lang="en" sz="4800">
                  <a:solidFill>
                    <a:srgbClr val="CAFFFF"/>
                  </a:solidFill>
                  <a:latin typeface="Material Icons"/>
                  <a:ea typeface="Material Icons"/>
                  <a:cs typeface="Material Icons"/>
                  <a:sym typeface="Material Icons"/>
                </a:rPr>
                <a:t>account_tree</a:t>
              </a:r>
              <a:endParaRPr sz="4800">
                <a:solidFill>
                  <a:srgbClr val="CAFFFF"/>
                </a:solidFill>
                <a:latin typeface="Material Icons"/>
                <a:ea typeface="Material Icons"/>
                <a:cs typeface="Material Icons"/>
                <a:sym typeface="Material Icons"/>
              </a:endParaRPr>
            </a:p>
            <a:p>
              <a:pPr indent="0" lvl="0" marL="0" rtl="0" algn="ctr">
                <a:spcBef>
                  <a:spcPts val="1500"/>
                </a:spcBef>
                <a:spcAft>
                  <a:spcPts val="0"/>
                </a:spcAft>
                <a:buNone/>
              </a:pPr>
              <a:r>
                <a:rPr b="1" lang="en" sz="1800">
                  <a:solidFill>
                    <a:srgbClr val="CAFFFF"/>
                  </a:solidFill>
                  <a:latin typeface="Advent Pro"/>
                  <a:ea typeface="Advent Pro"/>
                  <a:cs typeface="Advent Pro"/>
                  <a:sym typeface="Advent Pro"/>
                </a:rPr>
                <a:t>Random Forest (XGBoost)</a:t>
              </a:r>
              <a:endParaRPr b="1" sz="1800">
                <a:solidFill>
                  <a:srgbClr val="CAFFFF"/>
                </a:solidFill>
                <a:latin typeface="Advent Pro"/>
                <a:ea typeface="Advent Pro"/>
                <a:cs typeface="Advent Pro"/>
                <a:sym typeface="Advent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pic>
        <p:nvPicPr>
          <p:cNvPr id="701" name="Google Shape;701;p89"/>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702" name="Google Shape;702;p89"/>
          <p:cNvPicPr preferRelativeResize="0"/>
          <p:nvPr/>
        </p:nvPicPr>
        <p:blipFill>
          <a:blip r:embed="rId4">
            <a:alphaModFix amt="52999"/>
          </a:blip>
          <a:stretch>
            <a:fillRect/>
          </a:stretch>
        </p:blipFill>
        <p:spPr>
          <a:xfrm>
            <a:off x="-465850" y="3764250"/>
            <a:ext cx="1900950" cy="1900950"/>
          </a:xfrm>
          <a:prstGeom prst="rect">
            <a:avLst/>
          </a:prstGeom>
          <a:noFill/>
          <a:ln>
            <a:noFill/>
          </a:ln>
        </p:spPr>
      </p:pic>
      <p:pic>
        <p:nvPicPr>
          <p:cNvPr id="703" name="Google Shape;703;p89"/>
          <p:cNvPicPr preferRelativeResize="0"/>
          <p:nvPr/>
        </p:nvPicPr>
        <p:blipFill>
          <a:blip r:embed="rId4">
            <a:alphaModFix amt="76000"/>
          </a:blip>
          <a:stretch>
            <a:fillRect/>
          </a:stretch>
        </p:blipFill>
        <p:spPr>
          <a:xfrm>
            <a:off x="7480300" y="-969775"/>
            <a:ext cx="1900950" cy="1900950"/>
          </a:xfrm>
          <a:prstGeom prst="rect">
            <a:avLst/>
          </a:prstGeom>
          <a:noFill/>
          <a:ln>
            <a:noFill/>
          </a:ln>
        </p:spPr>
      </p:pic>
      <p:sp>
        <p:nvSpPr>
          <p:cNvPr id="704" name="Google Shape;704;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Graph Neural Network Architectures</a:t>
            </a:r>
            <a:endParaRPr/>
          </a:p>
        </p:txBody>
      </p:sp>
      <p:grpSp>
        <p:nvGrpSpPr>
          <p:cNvPr id="705" name="Google Shape;705;p89"/>
          <p:cNvGrpSpPr/>
          <p:nvPr/>
        </p:nvGrpSpPr>
        <p:grpSpPr>
          <a:xfrm>
            <a:off x="762000" y="1190625"/>
            <a:ext cx="7620000" cy="857400"/>
            <a:chOff x="762000" y="1190625"/>
            <a:chExt cx="7620000" cy="857400"/>
          </a:xfrm>
        </p:grpSpPr>
        <p:sp>
          <p:nvSpPr>
            <p:cNvPr id="706" name="Google Shape;706;p89"/>
            <p:cNvSpPr/>
            <p:nvPr/>
          </p:nvSpPr>
          <p:spPr>
            <a:xfrm>
              <a:off x="762000" y="1190625"/>
              <a:ext cx="7620000" cy="857400"/>
            </a:xfrm>
            <a:prstGeom prst="roundRect">
              <a:avLst>
                <a:gd fmla="val 16666"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89"/>
            <p:cNvSpPr txBox="1"/>
            <p:nvPr/>
          </p:nvSpPr>
          <p:spPr>
            <a:xfrm>
              <a:off x="762000" y="1190625"/>
              <a:ext cx="7620000" cy="857400"/>
            </a:xfrm>
            <a:prstGeom prst="rect">
              <a:avLst/>
            </a:prstGeom>
            <a:noFill/>
            <a:ln>
              <a:noFill/>
            </a:ln>
          </p:spPr>
          <p:txBody>
            <a:bodyPr anchorCtr="0" anchor="ctr" bIns="0" lIns="238125" spcFirstLastPara="1" rIns="238125" wrap="square" tIns="0">
              <a:noAutofit/>
            </a:bodyPr>
            <a:lstStyle/>
            <a:p>
              <a:pPr indent="0" lvl="0" marL="0" rtl="0" algn="l">
                <a:spcBef>
                  <a:spcPts val="0"/>
                </a:spcBef>
                <a:spcAft>
                  <a:spcPts val="0"/>
                </a:spcAft>
                <a:buNone/>
              </a:pPr>
              <a:r>
                <a:rPr b="0" lang="en" sz="1100">
                  <a:solidFill>
                    <a:srgbClr val="CAFFFF"/>
                  </a:solidFill>
                  <a:latin typeface="Assistant"/>
                  <a:ea typeface="Assistant"/>
                  <a:cs typeface="Assistant"/>
                  <a:sym typeface="Assistant"/>
                </a:rPr>
                <a:t>• </a:t>
              </a:r>
              <a:r>
                <a:rPr b="1" lang="en" sz="1100">
                  <a:solidFill>
                    <a:srgbClr val="CAFFFF"/>
                  </a:solidFill>
                  <a:latin typeface="Assistant"/>
                  <a:ea typeface="Assistant"/>
                  <a:cs typeface="Assistant"/>
                  <a:sym typeface="Assistant"/>
                </a:rPr>
                <a:t>Core idea</a:t>
              </a:r>
              <a:r>
                <a:rPr b="0" lang="en" sz="1100">
                  <a:solidFill>
                    <a:srgbClr val="CAFFFF"/>
                  </a:solidFill>
                  <a:latin typeface="Assistant"/>
                  <a:ea typeface="Assistant"/>
                  <a:cs typeface="Assistant"/>
                  <a:sym typeface="Assistant"/>
                </a:rPr>
                <a:t> - Each node learns from its neighbors iteratively</a:t>
              </a:r>
              <a:endParaRPr b="0" sz="1100">
                <a:solidFill>
                  <a:srgbClr val="CAFFFF"/>
                </a:solidFill>
                <a:latin typeface="Assistant"/>
                <a:ea typeface="Assistant"/>
                <a:cs typeface="Assistant"/>
                <a:sym typeface="Assistant"/>
              </a:endParaRPr>
            </a:p>
            <a:p>
              <a:pPr indent="0" lvl="0" marL="0" rtl="0" algn="l">
                <a:spcBef>
                  <a:spcPts val="375"/>
                </a:spcBef>
                <a:spcAft>
                  <a:spcPts val="0"/>
                </a:spcAft>
                <a:buNone/>
              </a:pPr>
              <a:r>
                <a:rPr b="0" lang="en" sz="1100">
                  <a:solidFill>
                    <a:srgbClr val="CAFFFF"/>
                  </a:solidFill>
                  <a:latin typeface="Assistant"/>
                  <a:ea typeface="Assistant"/>
                  <a:cs typeface="Assistant"/>
                  <a:sym typeface="Assistant"/>
                </a:rPr>
                <a:t>• At each layer, node </a:t>
              </a:r>
              <a:r>
                <a:rPr b="0" i="1" lang="en" sz="1100">
                  <a:solidFill>
                    <a:srgbClr val="CAFFFF"/>
                  </a:solidFill>
                  <a:latin typeface="Assistant"/>
                  <a:ea typeface="Assistant"/>
                  <a:cs typeface="Assistant"/>
                  <a:sym typeface="Assistant"/>
                </a:rPr>
                <a:t>i</a:t>
              </a:r>
              <a:r>
                <a:rPr b="0" lang="en" sz="1100">
                  <a:solidFill>
                    <a:srgbClr val="CAFFFF"/>
                  </a:solidFill>
                  <a:latin typeface="Assistant"/>
                  <a:ea typeface="Assistant"/>
                  <a:cs typeface="Assistant"/>
                  <a:sym typeface="Assistant"/>
                </a:rPr>
                <a:t> receives aggregated information from k-hop neighbors</a:t>
              </a:r>
              <a:endParaRPr b="0" sz="1100">
                <a:solidFill>
                  <a:srgbClr val="CAFFFF"/>
                </a:solidFill>
                <a:latin typeface="Assistant"/>
                <a:ea typeface="Assistant"/>
                <a:cs typeface="Assistant"/>
                <a:sym typeface="Assistant"/>
              </a:endParaRPr>
            </a:p>
            <a:p>
              <a:pPr indent="0" lvl="0" marL="0" rtl="0" algn="l">
                <a:spcBef>
                  <a:spcPts val="375"/>
                </a:spcBef>
                <a:spcAft>
                  <a:spcPts val="0"/>
                </a:spcAft>
                <a:buNone/>
              </a:pPr>
              <a:r>
                <a:rPr b="0" lang="en" sz="1100">
                  <a:solidFill>
                    <a:srgbClr val="CAFFFF"/>
                  </a:solidFill>
                  <a:latin typeface="Assistant"/>
                  <a:ea typeface="Assistant"/>
                  <a:cs typeface="Assistant"/>
                  <a:sym typeface="Assistant"/>
                </a:rPr>
                <a:t>• Outputs logits that are used for training and inference</a:t>
              </a:r>
              <a:endParaRPr b="0" sz="1100">
                <a:solidFill>
                  <a:srgbClr val="CAFFFF"/>
                </a:solidFill>
                <a:latin typeface="Assistant"/>
                <a:ea typeface="Assistant"/>
                <a:cs typeface="Assistant"/>
                <a:sym typeface="Assistant"/>
              </a:endParaRPr>
            </a:p>
          </p:txBody>
        </p:sp>
      </p:grpSp>
      <p:grpSp>
        <p:nvGrpSpPr>
          <p:cNvPr id="708" name="Google Shape;708;p89"/>
          <p:cNvGrpSpPr/>
          <p:nvPr/>
        </p:nvGrpSpPr>
        <p:grpSpPr>
          <a:xfrm>
            <a:off x="762000" y="2238375"/>
            <a:ext cx="2381400" cy="2190900"/>
            <a:chOff x="762000" y="2238375"/>
            <a:chExt cx="2381400" cy="2190900"/>
          </a:xfrm>
        </p:grpSpPr>
        <p:sp>
          <p:nvSpPr>
            <p:cNvPr id="709" name="Google Shape;709;p89"/>
            <p:cNvSpPr/>
            <p:nvPr/>
          </p:nvSpPr>
          <p:spPr>
            <a:xfrm>
              <a:off x="762000" y="2238375"/>
              <a:ext cx="2381400" cy="2190900"/>
            </a:xfrm>
            <a:prstGeom prst="roundRect">
              <a:avLst>
                <a:gd fmla="val 6521"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89"/>
            <p:cNvSpPr txBox="1"/>
            <p:nvPr/>
          </p:nvSpPr>
          <p:spPr>
            <a:xfrm>
              <a:off x="762000" y="2238375"/>
              <a:ext cx="2381400" cy="21909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665">
                  <a:solidFill>
                    <a:srgbClr val="CAFFFF"/>
                  </a:solidFill>
                  <a:latin typeface="Advent Pro"/>
                  <a:ea typeface="Advent Pro"/>
                  <a:cs typeface="Advent Pro"/>
                  <a:sym typeface="Advent Pro"/>
                </a:rPr>
                <a:t>GCN</a:t>
              </a:r>
              <a:endParaRPr b="1" sz="1665">
                <a:solidFill>
                  <a:srgbClr val="CAFFFF"/>
                </a:solidFill>
                <a:latin typeface="Advent Pro"/>
                <a:ea typeface="Advent Pro"/>
                <a:cs typeface="Advent Pro"/>
                <a:sym typeface="Advent Pro"/>
              </a:endParaRPr>
            </a:p>
            <a:p>
              <a:pPr indent="-293211" lvl="0" marL="457200" rtl="0" algn="l">
                <a:spcBef>
                  <a:spcPts val="900"/>
                </a:spcBef>
                <a:spcAft>
                  <a:spcPts val="0"/>
                </a:spcAft>
                <a:buClr>
                  <a:srgbClr val="CAFFFF"/>
                </a:buClr>
                <a:buSzPts val="1018"/>
                <a:buFont typeface="Assistant"/>
                <a:buChar char="●"/>
              </a:pPr>
              <a:r>
                <a:rPr lang="en" sz="1018">
                  <a:solidFill>
                    <a:srgbClr val="CAFFFF"/>
                  </a:solidFill>
                  <a:latin typeface="Assistant"/>
                  <a:ea typeface="Assistant"/>
                  <a:cs typeface="Assistant"/>
                  <a:sym typeface="Assistant"/>
                </a:rPr>
                <a:t>Uniform, normalized averaging</a:t>
              </a:r>
              <a:endParaRPr sz="1018">
                <a:solidFill>
                  <a:srgbClr val="CAFFFF"/>
                </a:solidFill>
                <a:latin typeface="Assistant"/>
                <a:ea typeface="Assistant"/>
                <a:cs typeface="Assistant"/>
                <a:sym typeface="Assistant"/>
              </a:endParaRPr>
            </a:p>
            <a:p>
              <a:pPr indent="-293211" lvl="0" marL="457200" rtl="0" algn="l">
                <a:spcBef>
                  <a:spcPts val="450"/>
                </a:spcBef>
                <a:spcAft>
                  <a:spcPts val="0"/>
                </a:spcAft>
                <a:buClr>
                  <a:srgbClr val="CAFFFF"/>
                </a:buClr>
                <a:buSzPts val="1018"/>
                <a:buFont typeface="Assistant"/>
                <a:buChar char="●"/>
              </a:pPr>
              <a:r>
                <a:rPr lang="en" sz="1018">
                  <a:solidFill>
                    <a:srgbClr val="CAFFFF"/>
                  </a:solidFill>
                  <a:latin typeface="Assistant"/>
                  <a:ea typeface="Assistant"/>
                  <a:cs typeface="Assistant"/>
                  <a:sym typeface="Assistant"/>
                </a:rPr>
                <a:t>Stable, efficient baseline</a:t>
              </a:r>
              <a:endParaRPr sz="1018">
                <a:solidFill>
                  <a:srgbClr val="CAFFFF"/>
                </a:solidFill>
                <a:latin typeface="Assistant"/>
                <a:ea typeface="Assistant"/>
                <a:cs typeface="Assistant"/>
                <a:sym typeface="Assistant"/>
              </a:endParaRPr>
            </a:p>
            <a:p>
              <a:pPr indent="-293211" lvl="0" marL="457200" rtl="0" algn="l">
                <a:spcBef>
                  <a:spcPts val="450"/>
                </a:spcBef>
                <a:spcAft>
                  <a:spcPts val="0"/>
                </a:spcAft>
                <a:buClr>
                  <a:srgbClr val="CAFFFF"/>
                </a:buClr>
                <a:buSzPts val="1018"/>
                <a:buFont typeface="Assistant"/>
                <a:buChar char="●"/>
              </a:pPr>
              <a:r>
                <a:rPr lang="en" sz="1018">
                  <a:solidFill>
                    <a:srgbClr val="CAFFFF"/>
                  </a:solidFill>
                  <a:latin typeface="Assistant"/>
                  <a:ea typeface="Assistant"/>
                  <a:cs typeface="Assistant"/>
                  <a:sym typeface="Assistant"/>
                </a:rPr>
                <a:t>Works well when neighbors are the same class</a:t>
              </a:r>
              <a:endParaRPr sz="1018">
                <a:solidFill>
                  <a:srgbClr val="CAFFFF"/>
                </a:solidFill>
                <a:latin typeface="Assistant"/>
                <a:ea typeface="Assistant"/>
                <a:cs typeface="Assistant"/>
                <a:sym typeface="Assistant"/>
              </a:endParaRPr>
            </a:p>
            <a:p>
              <a:pPr indent="-293211" lvl="0" marL="457200" rtl="0" algn="l">
                <a:spcBef>
                  <a:spcPts val="450"/>
                </a:spcBef>
                <a:spcAft>
                  <a:spcPts val="0"/>
                </a:spcAft>
                <a:buClr>
                  <a:srgbClr val="CAFFFF"/>
                </a:buClr>
                <a:buSzPts val="1018"/>
                <a:buFont typeface="Assistant"/>
                <a:buChar char="●"/>
              </a:pPr>
              <a:r>
                <a:rPr lang="en" sz="1018">
                  <a:solidFill>
                    <a:srgbClr val="CAFFFF"/>
                  </a:solidFill>
                  <a:latin typeface="Assistant"/>
                  <a:ea typeface="Assistant"/>
                  <a:cs typeface="Assistant"/>
                  <a:sym typeface="Assistant"/>
                </a:rPr>
                <a:t>Treats all neighbors equally</a:t>
              </a:r>
              <a:endParaRPr sz="1018">
                <a:solidFill>
                  <a:srgbClr val="CAFFFF"/>
                </a:solidFill>
                <a:latin typeface="Assistant"/>
                <a:ea typeface="Assistant"/>
                <a:cs typeface="Assistant"/>
                <a:sym typeface="Assistant"/>
              </a:endParaRPr>
            </a:p>
          </p:txBody>
        </p:sp>
      </p:grpSp>
      <p:grpSp>
        <p:nvGrpSpPr>
          <p:cNvPr id="711" name="Google Shape;711;p89"/>
          <p:cNvGrpSpPr/>
          <p:nvPr/>
        </p:nvGrpSpPr>
        <p:grpSpPr>
          <a:xfrm>
            <a:off x="3381375" y="2238375"/>
            <a:ext cx="2381400" cy="2190900"/>
            <a:chOff x="3381375" y="2238375"/>
            <a:chExt cx="2381400" cy="2190900"/>
          </a:xfrm>
        </p:grpSpPr>
        <p:sp>
          <p:nvSpPr>
            <p:cNvPr id="712" name="Google Shape;712;p89"/>
            <p:cNvSpPr/>
            <p:nvPr/>
          </p:nvSpPr>
          <p:spPr>
            <a:xfrm>
              <a:off x="3381375" y="2238375"/>
              <a:ext cx="2381400" cy="2190900"/>
            </a:xfrm>
            <a:prstGeom prst="roundRect">
              <a:avLst>
                <a:gd fmla="val 6521"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89"/>
            <p:cNvSpPr txBox="1"/>
            <p:nvPr/>
          </p:nvSpPr>
          <p:spPr>
            <a:xfrm>
              <a:off x="3381375" y="2238375"/>
              <a:ext cx="2381400" cy="21909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800">
                  <a:solidFill>
                    <a:srgbClr val="CAFFFF"/>
                  </a:solidFill>
                  <a:latin typeface="Advent Pro"/>
                  <a:ea typeface="Advent Pro"/>
                  <a:cs typeface="Advent Pro"/>
                  <a:sym typeface="Advent Pro"/>
                </a:rPr>
                <a:t>GraphSAGE</a:t>
              </a:r>
              <a:endParaRPr b="1" sz="1800">
                <a:solidFill>
                  <a:srgbClr val="CAFFFF"/>
                </a:solidFill>
                <a:latin typeface="Advent Pro"/>
                <a:ea typeface="Advent Pro"/>
                <a:cs typeface="Advent Pro"/>
                <a:sym typeface="Advent Pro"/>
              </a:endParaRPr>
            </a:p>
            <a:p>
              <a:pPr indent="-298450" lvl="0" marL="457200" rtl="0" algn="l">
                <a:spcBef>
                  <a:spcPts val="90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Learnable aggregation on sampled neighbors</a:t>
              </a:r>
              <a:endParaRPr sz="1100">
                <a:solidFill>
                  <a:srgbClr val="CAFFFF"/>
                </a:solidFill>
                <a:latin typeface="Assistant"/>
                <a:ea typeface="Assistant"/>
                <a:cs typeface="Assistant"/>
                <a:sym typeface="Assistant"/>
              </a:endParaRPr>
            </a:p>
            <a:p>
              <a:pPr indent="-298450" lvl="0" marL="457200" rtl="0" algn="l">
                <a:spcBef>
                  <a:spcPts val="45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Inductive - works on unseen nodes</a:t>
              </a:r>
              <a:endParaRPr sz="1100">
                <a:solidFill>
                  <a:srgbClr val="CAFFFF"/>
                </a:solidFill>
                <a:latin typeface="Assistant"/>
                <a:ea typeface="Assistant"/>
                <a:cs typeface="Assistant"/>
                <a:sym typeface="Assistant"/>
              </a:endParaRPr>
            </a:p>
            <a:p>
              <a:pPr indent="-298450" lvl="0" marL="457200" rtl="0" algn="l">
                <a:spcBef>
                  <a:spcPts val="45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Flexible aggregator (mean, pooling, etc)</a:t>
              </a:r>
              <a:endParaRPr sz="1100">
                <a:solidFill>
                  <a:srgbClr val="CAFFFF"/>
                </a:solidFill>
                <a:latin typeface="Assistant"/>
                <a:ea typeface="Assistant"/>
                <a:cs typeface="Assistant"/>
                <a:sym typeface="Assistant"/>
              </a:endParaRPr>
            </a:p>
          </p:txBody>
        </p:sp>
      </p:grpSp>
      <p:grpSp>
        <p:nvGrpSpPr>
          <p:cNvPr id="714" name="Google Shape;714;p89"/>
          <p:cNvGrpSpPr/>
          <p:nvPr/>
        </p:nvGrpSpPr>
        <p:grpSpPr>
          <a:xfrm>
            <a:off x="6000750" y="2238375"/>
            <a:ext cx="2381400" cy="2190900"/>
            <a:chOff x="6000750" y="2238375"/>
            <a:chExt cx="2381400" cy="2190900"/>
          </a:xfrm>
        </p:grpSpPr>
        <p:sp>
          <p:nvSpPr>
            <p:cNvPr id="715" name="Google Shape;715;p89"/>
            <p:cNvSpPr/>
            <p:nvPr/>
          </p:nvSpPr>
          <p:spPr>
            <a:xfrm>
              <a:off x="6000750" y="2238375"/>
              <a:ext cx="2381400" cy="2190900"/>
            </a:xfrm>
            <a:prstGeom prst="roundRect">
              <a:avLst>
                <a:gd fmla="val 6521"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89"/>
            <p:cNvSpPr txBox="1"/>
            <p:nvPr/>
          </p:nvSpPr>
          <p:spPr>
            <a:xfrm>
              <a:off x="6000750" y="2238375"/>
              <a:ext cx="2381400" cy="21909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800">
                  <a:solidFill>
                    <a:srgbClr val="CAFFFF"/>
                  </a:solidFill>
                  <a:latin typeface="Advent Pro"/>
                  <a:ea typeface="Advent Pro"/>
                  <a:cs typeface="Advent Pro"/>
                  <a:sym typeface="Advent Pro"/>
                </a:rPr>
                <a:t>GAT</a:t>
              </a:r>
              <a:endParaRPr b="1" sz="1800">
                <a:solidFill>
                  <a:srgbClr val="CAFFFF"/>
                </a:solidFill>
                <a:latin typeface="Advent Pro"/>
                <a:ea typeface="Advent Pro"/>
                <a:cs typeface="Advent Pro"/>
                <a:sym typeface="Advent Pro"/>
              </a:endParaRPr>
            </a:p>
            <a:p>
              <a:pPr indent="-298450" lvl="0" marL="457200" rtl="0" algn="l">
                <a:spcBef>
                  <a:spcPts val="90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Learns attention weights per edge</a:t>
              </a:r>
              <a:endParaRPr sz="1100">
                <a:solidFill>
                  <a:srgbClr val="CAFFFF"/>
                </a:solidFill>
                <a:latin typeface="Assistant"/>
                <a:ea typeface="Assistant"/>
                <a:cs typeface="Assistant"/>
                <a:sym typeface="Assistant"/>
              </a:endParaRPr>
            </a:p>
            <a:p>
              <a:pPr indent="-298450" lvl="0" marL="457200" rtl="0" algn="l">
                <a:spcBef>
                  <a:spcPts val="45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Uses Multi-head attention</a:t>
              </a:r>
              <a:endParaRPr sz="1100">
                <a:solidFill>
                  <a:srgbClr val="CAFFFF"/>
                </a:solidFill>
                <a:latin typeface="Assistant"/>
                <a:ea typeface="Assistant"/>
                <a:cs typeface="Assistant"/>
                <a:sym typeface="Assistant"/>
              </a:endParaRPr>
            </a:p>
            <a:p>
              <a:pPr indent="-298450" lvl="0" marL="457200" rtl="0" algn="l">
                <a:spcBef>
                  <a:spcPts val="45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Identifies most informative neighbors</a:t>
              </a:r>
              <a:endParaRPr sz="1100">
                <a:solidFill>
                  <a:srgbClr val="CAFFFF"/>
                </a:solidFill>
                <a:latin typeface="Assistant"/>
                <a:ea typeface="Assistant"/>
                <a:cs typeface="Assistant"/>
                <a:sym typeface="Assistant"/>
              </a:endParaRPr>
            </a:p>
            <a:p>
              <a:pPr indent="-298450" lvl="0" marL="457200" rtl="0" algn="l">
                <a:spcBef>
                  <a:spcPts val="450"/>
                </a:spcBef>
                <a:spcAft>
                  <a:spcPts val="0"/>
                </a:spcAft>
                <a:buClr>
                  <a:srgbClr val="CAFFFF"/>
                </a:buClr>
                <a:buSzPts val="1100"/>
                <a:buFont typeface="Assistant"/>
                <a:buChar char="●"/>
              </a:pPr>
              <a:r>
                <a:rPr lang="en" sz="1100">
                  <a:solidFill>
                    <a:srgbClr val="CAFFFF"/>
                  </a:solidFill>
                  <a:latin typeface="Assistant"/>
                  <a:ea typeface="Assistant"/>
                  <a:cs typeface="Assistant"/>
                  <a:sym typeface="Assistant"/>
                </a:rPr>
                <a:t>Highest computational overhead</a:t>
              </a:r>
              <a:endParaRPr sz="1100">
                <a:solidFill>
                  <a:srgbClr val="CAFFFF"/>
                </a:solidFill>
                <a:latin typeface="Assistant"/>
                <a:ea typeface="Assistant"/>
                <a:cs typeface="Assistant"/>
                <a:sym typeface="Assistant"/>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0"/>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Experimental Setup</a:t>
            </a:r>
            <a:endParaRPr/>
          </a:p>
        </p:txBody>
      </p:sp>
      <p:sp>
        <p:nvSpPr>
          <p:cNvPr id="722" name="Google Shape;722;p90"/>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05</a:t>
            </a:r>
            <a:endParaRPr/>
          </a:p>
        </p:txBody>
      </p:sp>
      <p:pic>
        <p:nvPicPr>
          <p:cNvPr id="723" name="Google Shape;723;p90"/>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724" name="Google Shape;724;p90"/>
          <p:cNvPicPr preferRelativeResize="0"/>
          <p:nvPr/>
        </p:nvPicPr>
        <p:blipFill rotWithShape="1">
          <a:blip r:embed="rId4">
            <a:alphaModFix/>
          </a:blip>
          <a:srcRect b="24555" l="0" r="0" t="24150"/>
          <a:stretch/>
        </p:blipFill>
        <p:spPr>
          <a:xfrm>
            <a:off x="5881725" y="3265500"/>
            <a:ext cx="2817974" cy="1445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Splitting and Preprocessing</a:t>
            </a:r>
            <a:endParaRPr/>
          </a:p>
        </p:txBody>
      </p:sp>
      <p:grpSp>
        <p:nvGrpSpPr>
          <p:cNvPr id="730" name="Google Shape;730;p91"/>
          <p:cNvGrpSpPr/>
          <p:nvPr/>
        </p:nvGrpSpPr>
        <p:grpSpPr>
          <a:xfrm>
            <a:off x="464670" y="1467033"/>
            <a:ext cx="3907948" cy="1792581"/>
            <a:chOff x="809625" y="1333500"/>
            <a:chExt cx="2727300" cy="956400"/>
          </a:xfrm>
        </p:grpSpPr>
        <p:sp>
          <p:nvSpPr>
            <p:cNvPr id="731" name="Google Shape;731;p91"/>
            <p:cNvSpPr/>
            <p:nvPr/>
          </p:nvSpPr>
          <p:spPr>
            <a:xfrm>
              <a:off x="809625" y="1333500"/>
              <a:ext cx="2668500" cy="956400"/>
            </a:xfrm>
            <a:prstGeom prst="roundRect">
              <a:avLst>
                <a:gd fmla="val 10714" name="adj"/>
              </a:avLst>
            </a:prstGeom>
            <a:solidFill>
              <a:srgbClr val="0A2A5E">
                <a:alpha val="60000"/>
              </a:srgbClr>
            </a:solidFill>
            <a:ln cap="flat" cmpd="sng" w="10350">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91"/>
            <p:cNvSpPr txBox="1"/>
            <p:nvPr/>
          </p:nvSpPr>
          <p:spPr>
            <a:xfrm>
              <a:off x="809625" y="1333500"/>
              <a:ext cx="2727300" cy="956400"/>
            </a:xfrm>
            <a:prstGeom prst="rect">
              <a:avLst/>
            </a:prstGeom>
            <a:noFill/>
            <a:ln>
              <a:noFill/>
            </a:ln>
          </p:spPr>
          <p:txBody>
            <a:bodyPr anchorCtr="0" anchor="t" bIns="207150" lIns="207150" spcFirstLastPara="1" rIns="207150" wrap="square" tIns="207150">
              <a:noAutofit/>
            </a:bodyPr>
            <a:lstStyle/>
            <a:p>
              <a:pPr indent="0" lvl="0" marL="0" rtl="0" algn="l">
                <a:spcBef>
                  <a:spcPts val="0"/>
                </a:spcBef>
                <a:spcAft>
                  <a:spcPts val="0"/>
                </a:spcAft>
                <a:buNone/>
              </a:pPr>
              <a:r>
                <a:rPr b="1" lang="en" sz="1631">
                  <a:solidFill>
                    <a:srgbClr val="CAFFFF"/>
                  </a:solidFill>
                  <a:latin typeface="Assistant"/>
                  <a:ea typeface="Assistant"/>
                  <a:cs typeface="Assistant"/>
                  <a:sym typeface="Assistant"/>
                </a:rPr>
                <a:t>Data Splitting</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PaySim and Elliptic: 60/20/20 split</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IEE-CIS: Train/Test sets given from competition </a:t>
              </a:r>
              <a:endParaRPr sz="1100">
                <a:solidFill>
                  <a:srgbClr val="CAFFFF"/>
                </a:solidFill>
                <a:latin typeface="Assistant"/>
                <a:ea typeface="Assistant"/>
                <a:cs typeface="Assistant"/>
                <a:sym typeface="Assistant"/>
              </a:endParaRPr>
            </a:p>
            <a:p>
              <a:pPr indent="457200" lvl="0" marL="0" rtl="0" algn="l">
                <a:spcBef>
                  <a:spcPts val="0"/>
                </a:spcBef>
                <a:spcAft>
                  <a:spcPts val="0"/>
                </a:spcAft>
                <a:buNone/>
              </a:pPr>
              <a:r>
                <a:rPr lang="en" sz="1100">
                  <a:solidFill>
                    <a:srgbClr val="CAFFFF"/>
                  </a:solidFill>
                  <a:latin typeface="Assistant"/>
                  <a:ea typeface="Assistant"/>
                  <a:cs typeface="Assistant"/>
                  <a:sym typeface="Assistant"/>
                </a:rPr>
                <a:t>- 20% split for validation</a:t>
              </a:r>
              <a:endParaRPr sz="1100">
                <a:solidFill>
                  <a:srgbClr val="CAFFFF"/>
                </a:solidFill>
                <a:latin typeface="Assistant"/>
                <a:ea typeface="Assistant"/>
                <a:cs typeface="Assistant"/>
                <a:sym typeface="Assistant"/>
              </a:endParaRPr>
            </a:p>
            <a:p>
              <a:pPr indent="45720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Stratified sampling preserves fraud ratio</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96">
                <a:solidFill>
                  <a:srgbClr val="CAFFFF"/>
                </a:solidFill>
                <a:latin typeface="Assistant"/>
                <a:ea typeface="Assistant"/>
                <a:cs typeface="Assistant"/>
                <a:sym typeface="Assistant"/>
              </a:endParaRPr>
            </a:p>
          </p:txBody>
        </p:sp>
      </p:grpSp>
      <p:grpSp>
        <p:nvGrpSpPr>
          <p:cNvPr id="733" name="Google Shape;733;p91"/>
          <p:cNvGrpSpPr/>
          <p:nvPr/>
        </p:nvGrpSpPr>
        <p:grpSpPr>
          <a:xfrm>
            <a:off x="4735000" y="2655174"/>
            <a:ext cx="3908050" cy="1940638"/>
            <a:chOff x="809625" y="1333497"/>
            <a:chExt cx="2835002" cy="956403"/>
          </a:xfrm>
        </p:grpSpPr>
        <p:sp>
          <p:nvSpPr>
            <p:cNvPr id="734" name="Google Shape;734;p91"/>
            <p:cNvSpPr/>
            <p:nvPr/>
          </p:nvSpPr>
          <p:spPr>
            <a:xfrm>
              <a:off x="809625" y="1333500"/>
              <a:ext cx="2668500" cy="956400"/>
            </a:xfrm>
            <a:prstGeom prst="roundRect">
              <a:avLst>
                <a:gd fmla="val 10714" name="adj"/>
              </a:avLst>
            </a:prstGeom>
            <a:solidFill>
              <a:srgbClr val="0A2A5E">
                <a:alpha val="60000"/>
              </a:srgbClr>
            </a:solidFill>
            <a:ln cap="flat" cmpd="sng" w="10350">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91"/>
            <p:cNvSpPr txBox="1"/>
            <p:nvPr/>
          </p:nvSpPr>
          <p:spPr>
            <a:xfrm>
              <a:off x="809627" y="1333497"/>
              <a:ext cx="2835000" cy="956400"/>
            </a:xfrm>
            <a:prstGeom prst="rect">
              <a:avLst/>
            </a:prstGeom>
            <a:noFill/>
            <a:ln>
              <a:noFill/>
            </a:ln>
          </p:spPr>
          <p:txBody>
            <a:bodyPr anchorCtr="0" anchor="t" bIns="207150" lIns="207150" spcFirstLastPara="1" rIns="207150" wrap="square" tIns="207150">
              <a:noAutofit/>
            </a:bodyPr>
            <a:lstStyle/>
            <a:p>
              <a:pPr indent="0" lvl="0" marL="0" rtl="0" algn="l">
                <a:spcBef>
                  <a:spcPts val="0"/>
                </a:spcBef>
                <a:spcAft>
                  <a:spcPts val="0"/>
                </a:spcAft>
                <a:buNone/>
              </a:pPr>
              <a:r>
                <a:rPr b="1" lang="en" sz="1631">
                  <a:solidFill>
                    <a:srgbClr val="CAFFFF"/>
                  </a:solidFill>
                  <a:latin typeface="Assistant"/>
                  <a:ea typeface="Assistant"/>
                  <a:cs typeface="Assistant"/>
                  <a:sym typeface="Assistant"/>
                </a:rPr>
                <a:t>Preprocessing</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Missing values imputed with 0</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Features standardized (centered and scaled)</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Transactions with missing or unknown labels dropped</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96">
                <a:solidFill>
                  <a:srgbClr val="CAFFFF"/>
                </a:solidFill>
                <a:latin typeface="Assistant"/>
                <a:ea typeface="Assistant"/>
                <a:cs typeface="Assistant"/>
                <a:sym typeface="Assistan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Metrics</a:t>
            </a:r>
            <a:endParaRPr/>
          </a:p>
        </p:txBody>
      </p:sp>
      <p:pic>
        <p:nvPicPr>
          <p:cNvPr id="741" name="Google Shape;741;p92"/>
          <p:cNvPicPr preferRelativeResize="0"/>
          <p:nvPr/>
        </p:nvPicPr>
        <p:blipFill rotWithShape="1">
          <a:blip r:embed="rId3">
            <a:alphaModFix/>
          </a:blip>
          <a:srcRect b="0" l="0" r="0" t="0"/>
          <a:stretch/>
        </p:blipFill>
        <p:spPr>
          <a:xfrm>
            <a:off x="8322945" y="1489710"/>
            <a:ext cx="1901100" cy="1901100"/>
          </a:xfrm>
          <a:prstGeom prst="rect">
            <a:avLst/>
          </a:prstGeom>
          <a:noFill/>
          <a:ln>
            <a:noFill/>
          </a:ln>
        </p:spPr>
      </p:pic>
      <p:grpSp>
        <p:nvGrpSpPr>
          <p:cNvPr id="742" name="Google Shape;742;p92"/>
          <p:cNvGrpSpPr/>
          <p:nvPr/>
        </p:nvGrpSpPr>
        <p:grpSpPr>
          <a:xfrm>
            <a:off x="809550" y="1224525"/>
            <a:ext cx="7524900" cy="952500"/>
            <a:chOff x="809625" y="2952750"/>
            <a:chExt cx="7524900" cy="952500"/>
          </a:xfrm>
        </p:grpSpPr>
        <p:sp>
          <p:nvSpPr>
            <p:cNvPr id="743" name="Google Shape;743;p92"/>
            <p:cNvSpPr/>
            <p:nvPr/>
          </p:nvSpPr>
          <p:spPr>
            <a:xfrm>
              <a:off x="809625" y="2952750"/>
              <a:ext cx="7524900" cy="952500"/>
            </a:xfrm>
            <a:prstGeom prst="roundRect">
              <a:avLst>
                <a:gd fmla="val 15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92"/>
            <p:cNvSpPr txBox="1"/>
            <p:nvPr/>
          </p:nvSpPr>
          <p:spPr>
            <a:xfrm>
              <a:off x="809625" y="2952750"/>
              <a:ext cx="7524900" cy="952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b="1" lang="en" sz="1800">
                  <a:solidFill>
                    <a:srgbClr val="CAFFFF"/>
                  </a:solidFill>
                  <a:latin typeface="Assistant"/>
                  <a:ea typeface="Assistant"/>
                  <a:cs typeface="Assistant"/>
                  <a:sym typeface="Assistant"/>
                </a:rPr>
                <a:t>Datasets are </a:t>
              </a:r>
              <a:r>
                <a:rPr b="1" lang="en" sz="1800" u="sng">
                  <a:solidFill>
                    <a:srgbClr val="CAFFFF"/>
                  </a:solidFill>
                  <a:latin typeface="Assistant"/>
                  <a:ea typeface="Assistant"/>
                  <a:cs typeface="Assistant"/>
                  <a:sym typeface="Assistant"/>
                </a:rPr>
                <a:t>Extremely</a:t>
              </a:r>
              <a:r>
                <a:rPr b="1" lang="en" sz="1800">
                  <a:solidFill>
                    <a:srgbClr val="CAFFFF"/>
                  </a:solidFill>
                  <a:latin typeface="Assistant"/>
                  <a:ea typeface="Assistant"/>
                  <a:cs typeface="Assistant"/>
                  <a:sym typeface="Assistant"/>
                </a:rPr>
                <a:t> </a:t>
              </a:r>
              <a:r>
                <a:rPr b="1" lang="en" sz="1800">
                  <a:solidFill>
                    <a:srgbClr val="CAFFFF"/>
                  </a:solidFill>
                  <a:latin typeface="Assistant"/>
                  <a:ea typeface="Assistant"/>
                  <a:cs typeface="Assistant"/>
                  <a:sym typeface="Assistant"/>
                </a:rPr>
                <a:t>imbalanced</a:t>
              </a:r>
              <a:endParaRPr b="1" sz="1800">
                <a:solidFill>
                  <a:srgbClr val="CAFFFF"/>
                </a:solidFill>
                <a:latin typeface="Assistant"/>
                <a:ea typeface="Assistant"/>
                <a:cs typeface="Assistant"/>
                <a:sym typeface="Assistant"/>
              </a:endParaRPr>
            </a:p>
            <a:p>
              <a:pPr indent="0" lvl="0" marL="0" rtl="0" algn="ctr">
                <a:spcBef>
                  <a:spcPts val="0"/>
                </a:spcBef>
                <a:spcAft>
                  <a:spcPts val="0"/>
                </a:spcAft>
                <a:buNone/>
              </a:pPr>
              <a:r>
                <a:t/>
              </a:r>
              <a:endParaRPr b="1" sz="1100">
                <a:solidFill>
                  <a:srgbClr val="CAFFFF"/>
                </a:solidFill>
                <a:latin typeface="Assistant"/>
                <a:ea typeface="Assistant"/>
                <a:cs typeface="Assistant"/>
                <a:sym typeface="Assistant"/>
              </a:endParaRPr>
            </a:p>
            <a:p>
              <a:pPr indent="0" lvl="0" marL="0" rtl="0" algn="ctr">
                <a:spcBef>
                  <a:spcPts val="0"/>
                </a:spcBef>
                <a:spcAft>
                  <a:spcPts val="0"/>
                </a:spcAft>
                <a:buNone/>
              </a:pPr>
              <a:r>
                <a:rPr b="1" lang="en" sz="1100">
                  <a:solidFill>
                    <a:srgbClr val="CAFFFF"/>
                  </a:solidFill>
                  <a:latin typeface="Assistant"/>
                  <a:ea typeface="Assistant"/>
                  <a:cs typeface="Assistant"/>
                  <a:sym typeface="Assistant"/>
                </a:rPr>
                <a:t>A model can achieve “good” performance by always predicting non-fraud</a:t>
              </a:r>
              <a:endParaRPr b="1" sz="1100">
                <a:solidFill>
                  <a:srgbClr val="CAFFFF"/>
                </a:solidFill>
                <a:latin typeface="Assistant"/>
                <a:ea typeface="Assistant"/>
                <a:cs typeface="Assistant"/>
                <a:sym typeface="Assistant"/>
              </a:endParaRPr>
            </a:p>
          </p:txBody>
        </p:sp>
      </p:grpSp>
      <p:grpSp>
        <p:nvGrpSpPr>
          <p:cNvPr id="745" name="Google Shape;745;p92"/>
          <p:cNvGrpSpPr/>
          <p:nvPr/>
        </p:nvGrpSpPr>
        <p:grpSpPr>
          <a:xfrm>
            <a:off x="809550" y="2672325"/>
            <a:ext cx="7524900" cy="952500"/>
            <a:chOff x="809625" y="2952750"/>
            <a:chExt cx="7524900" cy="952500"/>
          </a:xfrm>
        </p:grpSpPr>
        <p:sp>
          <p:nvSpPr>
            <p:cNvPr id="746" name="Google Shape;746;p92"/>
            <p:cNvSpPr/>
            <p:nvPr/>
          </p:nvSpPr>
          <p:spPr>
            <a:xfrm>
              <a:off x="809625" y="2952750"/>
              <a:ext cx="7524900" cy="952500"/>
            </a:xfrm>
            <a:prstGeom prst="roundRect">
              <a:avLst>
                <a:gd fmla="val 15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92"/>
            <p:cNvSpPr txBox="1"/>
            <p:nvPr/>
          </p:nvSpPr>
          <p:spPr>
            <a:xfrm>
              <a:off x="809625" y="2952750"/>
              <a:ext cx="7524900" cy="952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b="1" lang="en" sz="1800">
                  <a:solidFill>
                    <a:srgbClr val="CAFFFF"/>
                  </a:solidFill>
                  <a:latin typeface="Assistant"/>
                  <a:ea typeface="Assistant"/>
                  <a:cs typeface="Assistant"/>
                  <a:sym typeface="Assistant"/>
                </a:rPr>
                <a:t>Instead, we focus on metrics that reflect </a:t>
              </a:r>
              <a:r>
                <a:rPr b="1" lang="en" sz="1800" u="sng">
                  <a:solidFill>
                    <a:srgbClr val="CAFFFF"/>
                  </a:solidFill>
                  <a:latin typeface="Assistant"/>
                  <a:ea typeface="Assistant"/>
                  <a:cs typeface="Assistant"/>
                  <a:sym typeface="Assistant"/>
                </a:rPr>
                <a:t>fraud class performance</a:t>
              </a:r>
              <a:endParaRPr b="1" sz="1800" u="sng">
                <a:solidFill>
                  <a:srgbClr val="CAFFFF"/>
                </a:solidFill>
                <a:latin typeface="Assistant"/>
                <a:ea typeface="Assistant"/>
                <a:cs typeface="Assistant"/>
                <a:sym typeface="Assistant"/>
              </a:endParaRPr>
            </a:p>
            <a:p>
              <a:pPr indent="0" lvl="0" marL="0" rtl="0" algn="ctr">
                <a:spcBef>
                  <a:spcPts val="0"/>
                </a:spcBef>
                <a:spcAft>
                  <a:spcPts val="0"/>
                </a:spcAft>
                <a:buNone/>
              </a:pPr>
              <a:r>
                <a:t/>
              </a:r>
              <a:endParaRPr b="1" sz="1100">
                <a:solidFill>
                  <a:srgbClr val="CAFFFF"/>
                </a:solidFill>
                <a:latin typeface="Assistant"/>
                <a:ea typeface="Assistant"/>
                <a:cs typeface="Assistant"/>
                <a:sym typeface="Assistant"/>
              </a:endParaRPr>
            </a:p>
            <a:p>
              <a:pPr indent="0" lvl="0" marL="0" rtl="0" algn="ctr">
                <a:spcBef>
                  <a:spcPts val="0"/>
                </a:spcBef>
                <a:spcAft>
                  <a:spcPts val="0"/>
                </a:spcAft>
                <a:buNone/>
              </a:pPr>
              <a:r>
                <a:rPr b="1" lang="en" sz="1100">
                  <a:solidFill>
                    <a:srgbClr val="CAFFFF"/>
                  </a:solidFill>
                  <a:latin typeface="Assistant"/>
                  <a:ea typeface="Assistant"/>
                  <a:cs typeface="Assistant"/>
                  <a:sym typeface="Assistant"/>
                </a:rPr>
                <a:t>Metrics include F1-Score, Precision, Recall and ROC (for fraud class)</a:t>
              </a:r>
              <a:endParaRPr b="1" sz="1100">
                <a:solidFill>
                  <a:srgbClr val="CAFFFF"/>
                </a:solidFill>
                <a:latin typeface="Assistant"/>
                <a:ea typeface="Assistant"/>
                <a:cs typeface="Assistant"/>
                <a:sym typeface="Assistan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Training and Hyperparameter Tuning</a:t>
            </a:r>
            <a:endParaRPr/>
          </a:p>
        </p:txBody>
      </p:sp>
      <p:grpSp>
        <p:nvGrpSpPr>
          <p:cNvPr id="753" name="Google Shape;753;p93"/>
          <p:cNvGrpSpPr/>
          <p:nvPr/>
        </p:nvGrpSpPr>
        <p:grpSpPr>
          <a:xfrm>
            <a:off x="515000" y="1134295"/>
            <a:ext cx="2472025" cy="3442753"/>
            <a:chOff x="809625" y="1333500"/>
            <a:chExt cx="2727300" cy="956400"/>
          </a:xfrm>
        </p:grpSpPr>
        <p:sp>
          <p:nvSpPr>
            <p:cNvPr id="754" name="Google Shape;754;p93"/>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5" name="Google Shape;755;p93"/>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lnSpc>
                  <a:spcPct val="120000"/>
                </a:lnSpc>
                <a:spcBef>
                  <a:spcPts val="0"/>
                </a:spcBef>
                <a:spcAft>
                  <a:spcPts val="0"/>
                </a:spcAft>
                <a:buNone/>
              </a:pPr>
              <a:r>
                <a:rPr b="1" lang="en" sz="1500">
                  <a:solidFill>
                    <a:srgbClr val="CAFFFF"/>
                  </a:solidFill>
                  <a:latin typeface="Assistant"/>
                  <a:ea typeface="Assistant"/>
                  <a:cs typeface="Assistant"/>
                  <a:sym typeface="Assistant"/>
                </a:rPr>
                <a:t>Training Strategies</a:t>
              </a:r>
              <a:endParaRPr b="1" sz="15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-Full-batch training (Models trained on entire graph)</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Mini-batch training (Use of  imbalanced sampler functions to handle class imbalance)</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Hyperparameters optimized via Grid Search across configurations</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Model selection based on maximizing validation fraud F1-Score</a:t>
              </a:r>
              <a:endParaRPr sz="11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t/>
              </a:r>
              <a:endParaRPr b="1" sz="1500">
                <a:solidFill>
                  <a:srgbClr val="CAFFFF"/>
                </a:solidFill>
                <a:latin typeface="Assistant"/>
                <a:ea typeface="Assistant"/>
                <a:cs typeface="Assistant"/>
                <a:sym typeface="Assistant"/>
              </a:endParaRPr>
            </a:p>
          </p:txBody>
        </p:sp>
      </p:grpSp>
      <p:grpSp>
        <p:nvGrpSpPr>
          <p:cNvPr id="756" name="Google Shape;756;p93"/>
          <p:cNvGrpSpPr/>
          <p:nvPr/>
        </p:nvGrpSpPr>
        <p:grpSpPr>
          <a:xfrm>
            <a:off x="3335998" y="1134413"/>
            <a:ext cx="2471968" cy="3357135"/>
            <a:chOff x="809625" y="1333497"/>
            <a:chExt cx="3429003" cy="1232700"/>
          </a:xfrm>
        </p:grpSpPr>
        <p:sp>
          <p:nvSpPr>
            <p:cNvPr id="757" name="Google Shape;757;p93"/>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8" name="Google Shape;758;p93"/>
            <p:cNvSpPr txBox="1"/>
            <p:nvPr/>
          </p:nvSpPr>
          <p:spPr>
            <a:xfrm>
              <a:off x="809628" y="1333497"/>
              <a:ext cx="3429000" cy="12327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Key Model Settings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GNN Architecture: Standard 2-layer models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F8FAFC"/>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Hidden Units: Explored configurations with 64, 128 and 256 hidden channels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Regularization: </a:t>
              </a:r>
              <a:r>
                <a:rPr lang="en" sz="1100">
                  <a:solidFill>
                    <a:srgbClr val="CAFFFF"/>
                  </a:solidFill>
                  <a:latin typeface="Assistant"/>
                  <a:ea typeface="Assistant"/>
                  <a:cs typeface="Assistant"/>
                  <a:sym typeface="Assistant"/>
                </a:rPr>
                <a:t>Applied Dropout (0.3, 0.5) and weight decay to prevent overfitting</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p:txBody>
        </p:sp>
      </p:grpSp>
      <p:grpSp>
        <p:nvGrpSpPr>
          <p:cNvPr id="759" name="Google Shape;759;p93"/>
          <p:cNvGrpSpPr/>
          <p:nvPr/>
        </p:nvGrpSpPr>
        <p:grpSpPr>
          <a:xfrm>
            <a:off x="6156948" y="1134364"/>
            <a:ext cx="2471966" cy="1795832"/>
            <a:chOff x="809625" y="1333500"/>
            <a:chExt cx="3429000" cy="956400"/>
          </a:xfrm>
        </p:grpSpPr>
        <p:sp>
          <p:nvSpPr>
            <p:cNvPr id="760" name="Google Shape;760;p93"/>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1" name="Google Shape;761;p93"/>
            <p:cNvSpPr txBox="1"/>
            <p:nvPr/>
          </p:nvSpPr>
          <p:spPr>
            <a:xfrm>
              <a:off x="80962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Loss Functions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-Full-batch: weighted with BCE Loss, with pos_weight tuned to address imbalance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Mini-batch: Focal Loss tuned to focus on hard-to-classify examples</a:t>
              </a:r>
              <a:endParaRPr sz="1100">
                <a:solidFill>
                  <a:srgbClr val="CAFFFF"/>
                </a:solidFill>
                <a:latin typeface="Assistant"/>
                <a:ea typeface="Assistant"/>
                <a:cs typeface="Assistant"/>
                <a:sym typeface="Assistant"/>
              </a:endParaRPr>
            </a:p>
          </p:txBody>
        </p:sp>
      </p:grpSp>
      <p:grpSp>
        <p:nvGrpSpPr>
          <p:cNvPr id="762" name="Google Shape;762;p93"/>
          <p:cNvGrpSpPr/>
          <p:nvPr/>
        </p:nvGrpSpPr>
        <p:grpSpPr>
          <a:xfrm>
            <a:off x="6156948" y="3046839"/>
            <a:ext cx="2471968" cy="1886537"/>
            <a:chOff x="809625" y="1333500"/>
            <a:chExt cx="3429003" cy="1004706"/>
          </a:xfrm>
        </p:grpSpPr>
        <p:sp>
          <p:nvSpPr>
            <p:cNvPr id="763" name="Google Shape;763;p93"/>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4" name="Google Shape;764;p93"/>
            <p:cNvSpPr txBox="1"/>
            <p:nvPr/>
          </p:nvSpPr>
          <p:spPr>
            <a:xfrm>
              <a:off x="809628" y="1333506"/>
              <a:ext cx="3429000" cy="1004700"/>
            </a:xfrm>
            <a:prstGeom prst="rect">
              <a:avLst/>
            </a:prstGeom>
            <a:noFill/>
            <a:ln>
              <a:noFill/>
            </a:ln>
          </p:spPr>
          <p:txBody>
            <a:bodyPr anchorCtr="0" anchor="t" bIns="190500" lIns="190500" spcFirstLastPara="1" rIns="190500" wrap="square" tIns="190500">
              <a:noAutofit/>
            </a:bodyPr>
            <a:lstStyle/>
            <a:p>
              <a:pPr indent="0" lvl="0" marL="0" rtl="0" algn="ctr">
                <a:spcBef>
                  <a:spcPts val="0"/>
                </a:spcBef>
                <a:spcAft>
                  <a:spcPts val="0"/>
                </a:spcAft>
                <a:buNone/>
              </a:pPr>
              <a:r>
                <a:rPr b="1" lang="en" sz="1500">
                  <a:solidFill>
                    <a:srgbClr val="CAFFFF"/>
                  </a:solidFill>
                  <a:latin typeface="Assistant"/>
                  <a:ea typeface="Assistant"/>
                  <a:cs typeface="Assistant"/>
                  <a:sym typeface="Assistant"/>
                </a:rPr>
                <a:t>Decision Threshold</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Dynamically tuned on the validation set to optimize F1-score for the fraud class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Not fixed at 0.5, optimized for each model and dataset</a:t>
              </a:r>
              <a:endParaRPr sz="1100">
                <a:solidFill>
                  <a:srgbClr val="CAFFFF"/>
                </a:solidFill>
                <a:latin typeface="Assistant"/>
                <a:ea typeface="Assistant"/>
                <a:cs typeface="Assistant"/>
                <a:sym typeface="Assistant"/>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94"/>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Modeling Results</a:t>
            </a:r>
            <a:endParaRPr/>
          </a:p>
        </p:txBody>
      </p:sp>
      <p:sp>
        <p:nvSpPr>
          <p:cNvPr id="770" name="Google Shape;770;p94"/>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06</a:t>
            </a:r>
            <a:endParaRPr/>
          </a:p>
        </p:txBody>
      </p:sp>
      <p:pic>
        <p:nvPicPr>
          <p:cNvPr id="771" name="Google Shape;771;p94"/>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772" name="Google Shape;772;p94"/>
          <p:cNvPicPr preferRelativeResize="0"/>
          <p:nvPr/>
        </p:nvPicPr>
        <p:blipFill>
          <a:blip r:embed="rId4">
            <a:alphaModFix/>
          </a:blip>
          <a:stretch>
            <a:fillRect/>
          </a:stretch>
        </p:blipFill>
        <p:spPr>
          <a:xfrm>
            <a:off x="5679173" y="3181600"/>
            <a:ext cx="3020675" cy="15114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PaySim Dataset - Baseline</a:t>
            </a:r>
            <a:endParaRPr/>
          </a:p>
        </p:txBody>
      </p:sp>
      <p:graphicFrame>
        <p:nvGraphicFramePr>
          <p:cNvPr id="778" name="Google Shape;778;p95"/>
          <p:cNvGraphicFramePr/>
          <p:nvPr/>
        </p:nvGraphicFramePr>
        <p:xfrm>
          <a:off x="1597713" y="1408963"/>
          <a:ext cx="3000000" cy="3000000"/>
        </p:xfrm>
        <a:graphic>
          <a:graphicData uri="http://schemas.openxmlformats.org/drawingml/2006/table">
            <a:tbl>
              <a:tblPr>
                <a:noFill/>
                <a:tableStyleId>{AD284D97-55D6-49B3-9193-9E036E3FCDCC}</a:tableStyleId>
              </a:tblPr>
              <a:tblGrid>
                <a:gridCol w="1754275"/>
                <a:gridCol w="1034225"/>
                <a:gridCol w="1091625"/>
                <a:gridCol w="1034225"/>
                <a:gridCol w="1034225"/>
              </a:tblGrid>
              <a:tr h="631675">
                <a:tc>
                  <a:txBody>
                    <a:bodyPr/>
                    <a:lstStyle/>
                    <a:p>
                      <a:pPr indent="0" lvl="0" marL="0" rtl="0" algn="ctr">
                        <a:lnSpc>
                          <a:spcPct val="115000"/>
                        </a:lnSpc>
                        <a:spcBef>
                          <a:spcPts val="0"/>
                        </a:spcBef>
                        <a:spcAft>
                          <a:spcPts val="0"/>
                        </a:spcAft>
                        <a:buNone/>
                      </a:pPr>
                      <a:r>
                        <a:rPr b="1" lang="en" sz="1050">
                          <a:solidFill>
                            <a:srgbClr val="CCCCCC"/>
                          </a:solidFill>
                        </a:rPr>
                        <a:t>Model</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AUC-ROC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F1 </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Precision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Recall</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715025">
                <a:tc>
                  <a:txBody>
                    <a:bodyPr/>
                    <a:lstStyle/>
                    <a:p>
                      <a:pPr indent="0" lvl="0" marL="0" rtl="0" algn="ctr">
                        <a:lnSpc>
                          <a:spcPct val="115000"/>
                        </a:lnSpc>
                        <a:spcBef>
                          <a:spcPts val="0"/>
                        </a:spcBef>
                        <a:spcAft>
                          <a:spcPts val="0"/>
                        </a:spcAft>
                        <a:buNone/>
                      </a:pPr>
                      <a:r>
                        <a:rPr lang="en" sz="1050">
                          <a:solidFill>
                            <a:srgbClr val="CCCCCC"/>
                          </a:solidFill>
                        </a:rPr>
                        <a:t>Logistic Regression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0.888662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0.521754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0.982445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0.355195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715025">
                <a:tc>
                  <a:txBody>
                    <a:bodyPr/>
                    <a:lstStyle/>
                    <a:p>
                      <a:pPr indent="0" lvl="0" marL="0" rtl="0" algn="ctr">
                        <a:lnSpc>
                          <a:spcPct val="115000"/>
                        </a:lnSpc>
                        <a:spcBef>
                          <a:spcPts val="0"/>
                        </a:spcBef>
                        <a:spcAft>
                          <a:spcPts val="0"/>
                        </a:spcAft>
                        <a:buNone/>
                      </a:pPr>
                      <a:r>
                        <a:rPr lang="en" sz="1050">
                          <a:solidFill>
                            <a:srgbClr val="CCCCCC"/>
                          </a:solidFill>
                        </a:rPr>
                        <a:t>MLP</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0.872917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0.609788</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0.996269</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0.439351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715025">
                <a:tc>
                  <a:txBody>
                    <a:bodyPr/>
                    <a:lstStyle/>
                    <a:p>
                      <a:pPr indent="0" lvl="0" marL="0" rtl="0" algn="ctr">
                        <a:lnSpc>
                          <a:spcPct val="115000"/>
                        </a:lnSpc>
                        <a:spcBef>
                          <a:spcPts val="0"/>
                        </a:spcBef>
                        <a:spcAft>
                          <a:spcPts val="0"/>
                        </a:spcAft>
                        <a:buNone/>
                      </a:pPr>
                      <a:r>
                        <a:rPr lang="en" sz="1050">
                          <a:solidFill>
                            <a:srgbClr val="CCCCCC"/>
                          </a:solidFill>
                        </a:rPr>
                        <a:t>Random Forest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0.994344</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0.392666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0.252629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0.881053</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PaySim - GNNs</a:t>
            </a:r>
            <a:endParaRPr/>
          </a:p>
        </p:txBody>
      </p:sp>
      <p:graphicFrame>
        <p:nvGraphicFramePr>
          <p:cNvPr id="784" name="Google Shape;784;p96"/>
          <p:cNvGraphicFramePr/>
          <p:nvPr/>
        </p:nvGraphicFramePr>
        <p:xfrm>
          <a:off x="1257650" y="1295000"/>
          <a:ext cx="3000000" cy="3000000"/>
        </p:xfrm>
        <a:graphic>
          <a:graphicData uri="http://schemas.openxmlformats.org/drawingml/2006/table">
            <a:tbl>
              <a:tblPr>
                <a:noFill/>
                <a:tableStyleId>{AD284D97-55D6-49B3-9193-9E036E3FCDCC}</a:tableStyleId>
              </a:tblPr>
              <a:tblGrid>
                <a:gridCol w="3201675"/>
                <a:gridCol w="856750"/>
                <a:gridCol w="856750"/>
                <a:gridCol w="856750"/>
                <a:gridCol w="856750"/>
              </a:tblGrid>
              <a:tr h="424075">
                <a:tc>
                  <a:txBody>
                    <a:bodyPr/>
                    <a:lstStyle/>
                    <a:p>
                      <a:pPr indent="0" lvl="0" marL="0" rtl="0" algn="ctr">
                        <a:lnSpc>
                          <a:spcPct val="115000"/>
                        </a:lnSpc>
                        <a:spcBef>
                          <a:spcPts val="0"/>
                        </a:spcBef>
                        <a:spcAft>
                          <a:spcPts val="0"/>
                        </a:spcAft>
                        <a:buNone/>
                      </a:pPr>
                      <a:r>
                        <a:rPr b="1" lang="en" sz="1050">
                          <a:solidFill>
                            <a:srgbClr val="CCCCCC"/>
                          </a:solidFill>
                        </a:rPr>
                        <a:t>Model</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AUC-ROC</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F1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Precision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Recall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24075">
                <a:tc>
                  <a:txBody>
                    <a:bodyPr/>
                    <a:lstStyle/>
                    <a:p>
                      <a:pPr indent="0" lvl="0" marL="0" rtl="0" algn="ctr">
                        <a:lnSpc>
                          <a:spcPct val="115000"/>
                        </a:lnSpc>
                        <a:spcBef>
                          <a:spcPts val="0"/>
                        </a:spcBef>
                        <a:spcAft>
                          <a:spcPts val="0"/>
                        </a:spcAft>
                        <a:buNone/>
                      </a:pPr>
                      <a:r>
                        <a:rPr lang="en" sz="1050">
                          <a:solidFill>
                            <a:srgbClr val="CCCCCC"/>
                          </a:solidFill>
                        </a:rPr>
                        <a:t>PaySim Mini-batch (GCN)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0.9266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0.1244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0.0703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0.5380</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24075">
                <a:tc>
                  <a:txBody>
                    <a:bodyPr/>
                    <a:lstStyle/>
                    <a:p>
                      <a:pPr indent="0" lvl="0" marL="0" rtl="0" algn="ctr">
                        <a:lnSpc>
                          <a:spcPct val="115000"/>
                        </a:lnSpc>
                        <a:spcBef>
                          <a:spcPts val="0"/>
                        </a:spcBef>
                        <a:spcAft>
                          <a:spcPts val="0"/>
                        </a:spcAft>
                        <a:buNone/>
                      </a:pPr>
                      <a:r>
                        <a:rPr lang="en" sz="1050">
                          <a:solidFill>
                            <a:srgbClr val="CCCCCC"/>
                          </a:solidFill>
                        </a:rPr>
                        <a:t>PaySim Full-batch (GCN)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0.9151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0.3357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0.4781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0.2587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24075">
                <a:tc>
                  <a:txBody>
                    <a:bodyPr/>
                    <a:lstStyle/>
                    <a:p>
                      <a:pPr indent="0" lvl="0" marL="0" rtl="0" algn="ctr">
                        <a:lnSpc>
                          <a:spcPct val="115000"/>
                        </a:lnSpc>
                        <a:spcBef>
                          <a:spcPts val="0"/>
                        </a:spcBef>
                        <a:spcAft>
                          <a:spcPts val="0"/>
                        </a:spcAft>
                        <a:buNone/>
                      </a:pPr>
                      <a:r>
                        <a:rPr lang="en" sz="1050">
                          <a:solidFill>
                            <a:srgbClr val="CCCCCC"/>
                          </a:solidFill>
                        </a:rPr>
                        <a:t>PaySim Mini-batch (GAT)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0.9044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0.0329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0.0168</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0.7182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24075">
                <a:tc>
                  <a:txBody>
                    <a:bodyPr/>
                    <a:lstStyle/>
                    <a:p>
                      <a:pPr indent="0" lvl="0" marL="0" rtl="0" algn="ctr">
                        <a:lnSpc>
                          <a:spcPct val="115000"/>
                        </a:lnSpc>
                        <a:spcBef>
                          <a:spcPts val="0"/>
                        </a:spcBef>
                        <a:spcAft>
                          <a:spcPts val="0"/>
                        </a:spcAft>
                        <a:buNone/>
                      </a:pPr>
                      <a:r>
                        <a:rPr lang="en" sz="1050">
                          <a:solidFill>
                            <a:srgbClr val="CCCCCC"/>
                          </a:solidFill>
                        </a:rPr>
                        <a:t>PaySim Full-batch (GAT)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0.8986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0.2674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0.3778</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0.2069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24075">
                <a:tc>
                  <a:txBody>
                    <a:bodyPr/>
                    <a:lstStyle/>
                    <a:p>
                      <a:pPr indent="0" lvl="0" marL="0" rtl="0" algn="ctr">
                        <a:lnSpc>
                          <a:spcPct val="115000"/>
                        </a:lnSpc>
                        <a:spcBef>
                          <a:spcPts val="0"/>
                        </a:spcBef>
                        <a:spcAft>
                          <a:spcPts val="0"/>
                        </a:spcAft>
                        <a:buNone/>
                      </a:pPr>
                      <a:r>
                        <a:rPr lang="en" sz="1050">
                          <a:solidFill>
                            <a:srgbClr val="CCCCCC"/>
                          </a:solidFill>
                        </a:rPr>
                        <a:t>PaySim Mini-batch (graphSAGE)</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0.9833</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0.0507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0.0261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0.8764</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24075">
                <a:tc>
                  <a:txBody>
                    <a:bodyPr/>
                    <a:lstStyle/>
                    <a:p>
                      <a:pPr indent="0" lvl="0" marL="0" rtl="0" algn="ctr">
                        <a:lnSpc>
                          <a:spcPct val="115000"/>
                        </a:lnSpc>
                        <a:spcBef>
                          <a:spcPts val="0"/>
                        </a:spcBef>
                        <a:spcAft>
                          <a:spcPts val="0"/>
                        </a:spcAft>
                        <a:buNone/>
                      </a:pPr>
                      <a:r>
                        <a:rPr lang="en" sz="1050">
                          <a:solidFill>
                            <a:srgbClr val="CCCCCC"/>
                          </a:solidFill>
                        </a:rPr>
                        <a:t>PaySim Full-batch (graphSAGE)</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0.9698</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0.5118</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0.7013</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0.4029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9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PaySim - ROC Curves</a:t>
            </a:r>
            <a:endParaRPr/>
          </a:p>
        </p:txBody>
      </p:sp>
      <p:pic>
        <p:nvPicPr>
          <p:cNvPr id="790" name="Google Shape;790;p97"/>
          <p:cNvPicPr preferRelativeResize="0"/>
          <p:nvPr/>
        </p:nvPicPr>
        <p:blipFill>
          <a:blip r:embed="rId3">
            <a:alphaModFix/>
          </a:blip>
          <a:stretch>
            <a:fillRect/>
          </a:stretch>
        </p:blipFill>
        <p:spPr>
          <a:xfrm>
            <a:off x="2242075" y="1017725"/>
            <a:ext cx="4659857" cy="38209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9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Elliptic Dataset - Baseline</a:t>
            </a:r>
            <a:endParaRPr/>
          </a:p>
        </p:txBody>
      </p:sp>
      <p:graphicFrame>
        <p:nvGraphicFramePr>
          <p:cNvPr id="796" name="Google Shape;796;p98"/>
          <p:cNvGraphicFramePr/>
          <p:nvPr/>
        </p:nvGraphicFramePr>
        <p:xfrm>
          <a:off x="1710825" y="1606050"/>
          <a:ext cx="3000000" cy="3000000"/>
        </p:xfrm>
        <a:graphic>
          <a:graphicData uri="http://schemas.openxmlformats.org/drawingml/2006/table">
            <a:tbl>
              <a:tblPr>
                <a:noFill/>
                <a:tableStyleId>{AD284D97-55D6-49B3-9193-9E036E3FCDCC}</a:tableStyleId>
              </a:tblPr>
              <a:tblGrid>
                <a:gridCol w="1817025"/>
                <a:gridCol w="976325"/>
                <a:gridCol w="976325"/>
                <a:gridCol w="976325"/>
                <a:gridCol w="976325"/>
              </a:tblGrid>
              <a:tr h="482850">
                <a:tc>
                  <a:txBody>
                    <a:bodyPr/>
                    <a:lstStyle/>
                    <a:p>
                      <a:pPr indent="0" lvl="0" marL="0" rtl="0" algn="ctr">
                        <a:lnSpc>
                          <a:spcPct val="115000"/>
                        </a:lnSpc>
                        <a:spcBef>
                          <a:spcPts val="0"/>
                        </a:spcBef>
                        <a:spcAft>
                          <a:spcPts val="0"/>
                        </a:spcAft>
                        <a:buNone/>
                      </a:pPr>
                      <a:r>
                        <a:rPr b="1" lang="en" sz="1050">
                          <a:solidFill>
                            <a:srgbClr val="CCCCCC"/>
                          </a:solidFill>
                        </a:rPr>
                        <a:t>Model</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AUC-ROC</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F1</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Precision</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Recall</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82850">
                <a:tc>
                  <a:txBody>
                    <a:bodyPr/>
                    <a:lstStyle/>
                    <a:p>
                      <a:pPr indent="0" lvl="0" marL="0" rtl="0" algn="ctr">
                        <a:lnSpc>
                          <a:spcPct val="115000"/>
                        </a:lnSpc>
                        <a:spcBef>
                          <a:spcPts val="0"/>
                        </a:spcBef>
                        <a:spcAft>
                          <a:spcPts val="0"/>
                        </a:spcAft>
                        <a:buNone/>
                      </a:pPr>
                      <a:r>
                        <a:rPr lang="en" sz="1050">
                          <a:solidFill>
                            <a:srgbClr val="CCCCCC"/>
                          </a:solidFill>
                        </a:rPr>
                        <a:t>Logistic Regression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0.840864</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0.299204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0.204669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0.556025</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82850">
                <a:tc>
                  <a:txBody>
                    <a:bodyPr/>
                    <a:lstStyle/>
                    <a:p>
                      <a:pPr indent="0" lvl="0" marL="0" rtl="0" algn="ctr">
                        <a:lnSpc>
                          <a:spcPct val="115000"/>
                        </a:lnSpc>
                        <a:spcBef>
                          <a:spcPts val="0"/>
                        </a:spcBef>
                        <a:spcAft>
                          <a:spcPts val="0"/>
                        </a:spcAft>
                        <a:buNone/>
                      </a:pPr>
                      <a:r>
                        <a:rPr lang="en" sz="1050">
                          <a:solidFill>
                            <a:srgbClr val="CCCCCC"/>
                          </a:solidFill>
                        </a:rPr>
                        <a:t>MLP</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0.838084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0.431635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0.589744</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0.340381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82850">
                <a:tc>
                  <a:txBody>
                    <a:bodyPr/>
                    <a:lstStyle/>
                    <a:p>
                      <a:pPr indent="0" lvl="0" marL="0" rtl="0" algn="ctr">
                        <a:lnSpc>
                          <a:spcPct val="115000"/>
                        </a:lnSpc>
                        <a:spcBef>
                          <a:spcPts val="0"/>
                        </a:spcBef>
                        <a:spcAft>
                          <a:spcPts val="0"/>
                        </a:spcAft>
                        <a:buNone/>
                      </a:pPr>
                      <a:r>
                        <a:rPr lang="en" sz="1050">
                          <a:solidFill>
                            <a:srgbClr val="CCCCCC"/>
                          </a:solidFill>
                        </a:rPr>
                        <a:t>Random Forest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0.823252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0.493583</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0.462963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0.528541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Elliptic Dataset - GNNs</a:t>
            </a:r>
            <a:endParaRPr/>
          </a:p>
        </p:txBody>
      </p:sp>
      <p:graphicFrame>
        <p:nvGraphicFramePr>
          <p:cNvPr id="802" name="Google Shape;802;p99"/>
          <p:cNvGraphicFramePr/>
          <p:nvPr/>
        </p:nvGraphicFramePr>
        <p:xfrm>
          <a:off x="1489338" y="1409525"/>
          <a:ext cx="3000000" cy="3000000"/>
        </p:xfrm>
        <a:graphic>
          <a:graphicData uri="http://schemas.openxmlformats.org/drawingml/2006/table">
            <a:tbl>
              <a:tblPr>
                <a:noFill/>
                <a:tableStyleId>{AD284D97-55D6-49B3-9193-9E036E3FCDCC}</a:tableStyleId>
              </a:tblPr>
              <a:tblGrid>
                <a:gridCol w="2948625"/>
                <a:gridCol w="804175"/>
                <a:gridCol w="804175"/>
                <a:gridCol w="804175"/>
                <a:gridCol w="804175"/>
              </a:tblGrid>
              <a:tr h="340625">
                <a:tc>
                  <a:txBody>
                    <a:bodyPr/>
                    <a:lstStyle/>
                    <a:p>
                      <a:pPr indent="0" lvl="0" marL="0" rtl="0" algn="ctr">
                        <a:lnSpc>
                          <a:spcPct val="115000"/>
                        </a:lnSpc>
                        <a:spcBef>
                          <a:spcPts val="0"/>
                        </a:spcBef>
                        <a:spcAft>
                          <a:spcPts val="0"/>
                        </a:spcAft>
                        <a:buNone/>
                      </a:pPr>
                      <a:r>
                        <a:rPr b="1" lang="en" sz="1050">
                          <a:solidFill>
                            <a:srgbClr val="CCCCCC"/>
                          </a:solidFill>
                        </a:rPr>
                        <a:t>Model</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AUC-ROC</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F1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Precision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Recall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40625">
                <a:tc>
                  <a:txBody>
                    <a:bodyPr/>
                    <a:lstStyle/>
                    <a:p>
                      <a:pPr indent="0" lvl="0" marL="0" rtl="0" algn="ctr">
                        <a:lnSpc>
                          <a:spcPct val="115000"/>
                        </a:lnSpc>
                        <a:spcBef>
                          <a:spcPts val="0"/>
                        </a:spcBef>
                        <a:spcAft>
                          <a:spcPts val="0"/>
                        </a:spcAft>
                        <a:buNone/>
                      </a:pPr>
                      <a:r>
                        <a:rPr lang="en" sz="1050">
                          <a:solidFill>
                            <a:srgbClr val="CCCCCC"/>
                          </a:solidFill>
                        </a:rPr>
                        <a:t>Elliptic Mini-batch (GCN)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0.9697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0.6247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0.4707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0.9285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40625">
                <a:tc>
                  <a:txBody>
                    <a:bodyPr/>
                    <a:lstStyle/>
                    <a:p>
                      <a:pPr indent="0" lvl="0" marL="0" rtl="0" algn="ctr">
                        <a:lnSpc>
                          <a:spcPct val="115000"/>
                        </a:lnSpc>
                        <a:spcBef>
                          <a:spcPts val="0"/>
                        </a:spcBef>
                        <a:spcAft>
                          <a:spcPts val="0"/>
                        </a:spcAft>
                        <a:buNone/>
                      </a:pPr>
                      <a:r>
                        <a:rPr lang="en" sz="1050">
                          <a:solidFill>
                            <a:srgbClr val="CCCCCC"/>
                          </a:solidFill>
                        </a:rPr>
                        <a:t>Elliptic Full-batch (GCN)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0.9712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0.8383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0.8653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0.8130</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40625">
                <a:tc>
                  <a:txBody>
                    <a:bodyPr/>
                    <a:lstStyle/>
                    <a:p>
                      <a:pPr indent="0" lvl="0" marL="0" rtl="0" algn="ctr">
                        <a:lnSpc>
                          <a:spcPct val="115000"/>
                        </a:lnSpc>
                        <a:spcBef>
                          <a:spcPts val="0"/>
                        </a:spcBef>
                        <a:spcAft>
                          <a:spcPts val="0"/>
                        </a:spcAft>
                        <a:buNone/>
                      </a:pPr>
                      <a:r>
                        <a:rPr lang="en" sz="1050">
                          <a:solidFill>
                            <a:srgbClr val="CCCCCC"/>
                          </a:solidFill>
                        </a:rPr>
                        <a:t>Elliptic Mini-batch (GAT)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0.9552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0.4228</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0.2696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0.9791</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40625">
                <a:tc>
                  <a:txBody>
                    <a:bodyPr/>
                    <a:lstStyle/>
                    <a:p>
                      <a:pPr indent="0" lvl="0" marL="0" rtl="0" algn="ctr">
                        <a:lnSpc>
                          <a:spcPct val="115000"/>
                        </a:lnSpc>
                        <a:spcBef>
                          <a:spcPts val="0"/>
                        </a:spcBef>
                        <a:spcAft>
                          <a:spcPts val="0"/>
                        </a:spcAft>
                        <a:buNone/>
                      </a:pPr>
                      <a:r>
                        <a:rPr lang="en" sz="1050">
                          <a:solidFill>
                            <a:srgbClr val="CCCCCC"/>
                          </a:solidFill>
                        </a:rPr>
                        <a:t>Elliptic Full-batch (GAT)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0.9726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0.8083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0.8216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0.7954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40625">
                <a:tc>
                  <a:txBody>
                    <a:bodyPr/>
                    <a:lstStyle/>
                    <a:p>
                      <a:pPr indent="0" lvl="0" marL="0" rtl="0" algn="ctr">
                        <a:lnSpc>
                          <a:spcPct val="115000"/>
                        </a:lnSpc>
                        <a:spcBef>
                          <a:spcPts val="0"/>
                        </a:spcBef>
                        <a:spcAft>
                          <a:spcPts val="0"/>
                        </a:spcAft>
                        <a:buNone/>
                      </a:pPr>
                      <a:r>
                        <a:rPr lang="en" sz="1050">
                          <a:solidFill>
                            <a:srgbClr val="CCCCCC"/>
                          </a:solidFill>
                        </a:rPr>
                        <a:t>Elliptic Mini-batch (graphSAGE)</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0.9812</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0.6322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0.4741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0.9483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40625">
                <a:tc>
                  <a:txBody>
                    <a:bodyPr/>
                    <a:lstStyle/>
                    <a:p>
                      <a:pPr indent="0" lvl="0" marL="0" rtl="0" algn="ctr">
                        <a:lnSpc>
                          <a:spcPct val="115000"/>
                        </a:lnSpc>
                        <a:spcBef>
                          <a:spcPts val="0"/>
                        </a:spcBef>
                        <a:spcAft>
                          <a:spcPts val="0"/>
                        </a:spcAft>
                        <a:buNone/>
                      </a:pPr>
                      <a:r>
                        <a:rPr lang="en" sz="1050">
                          <a:solidFill>
                            <a:srgbClr val="CCCCCC"/>
                          </a:solidFill>
                        </a:rPr>
                        <a:t>Elliptic Full-batch (graphSAGE)</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0.9797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0.8743</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0.9188</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0.8339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0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Elliptic Dataset - ROC Curves</a:t>
            </a:r>
            <a:endParaRPr/>
          </a:p>
        </p:txBody>
      </p:sp>
      <p:pic>
        <p:nvPicPr>
          <p:cNvPr id="808" name="Google Shape;808;p100"/>
          <p:cNvPicPr preferRelativeResize="0"/>
          <p:nvPr/>
        </p:nvPicPr>
        <p:blipFill>
          <a:blip r:embed="rId3">
            <a:alphaModFix/>
          </a:blip>
          <a:stretch>
            <a:fillRect/>
          </a:stretch>
        </p:blipFill>
        <p:spPr>
          <a:xfrm>
            <a:off x="2242075" y="1017725"/>
            <a:ext cx="4659857" cy="38209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0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IEEE-CIS Dataset - Baseline</a:t>
            </a:r>
            <a:endParaRPr/>
          </a:p>
        </p:txBody>
      </p:sp>
      <p:graphicFrame>
        <p:nvGraphicFramePr>
          <p:cNvPr id="814" name="Google Shape;814;p101"/>
          <p:cNvGraphicFramePr/>
          <p:nvPr/>
        </p:nvGraphicFramePr>
        <p:xfrm>
          <a:off x="1704175" y="1510450"/>
          <a:ext cx="3000000" cy="3000000"/>
        </p:xfrm>
        <a:graphic>
          <a:graphicData uri="http://schemas.openxmlformats.org/drawingml/2006/table">
            <a:tbl>
              <a:tblPr>
                <a:noFill/>
                <a:tableStyleId>{AD284D97-55D6-49B3-9193-9E036E3FCDCC}</a:tableStyleId>
              </a:tblPr>
              <a:tblGrid>
                <a:gridCol w="1763600"/>
                <a:gridCol w="1036225"/>
                <a:gridCol w="978600"/>
                <a:gridCol w="978600"/>
                <a:gridCol w="978600"/>
              </a:tblGrid>
              <a:tr h="611550">
                <a:tc>
                  <a:txBody>
                    <a:bodyPr/>
                    <a:lstStyle/>
                    <a:p>
                      <a:pPr indent="0" lvl="0" marL="0" rtl="0" algn="ctr">
                        <a:lnSpc>
                          <a:spcPct val="115000"/>
                        </a:lnSpc>
                        <a:spcBef>
                          <a:spcPts val="0"/>
                        </a:spcBef>
                        <a:spcAft>
                          <a:spcPts val="0"/>
                        </a:spcAft>
                        <a:buNone/>
                      </a:pPr>
                      <a:r>
                        <a:rPr b="1" lang="en" sz="1050">
                          <a:solidFill>
                            <a:srgbClr val="CCCCCC"/>
                          </a:solidFill>
                        </a:rPr>
                        <a:t>Model</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AUC</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F1</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Precision</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Recall</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36250">
                <a:tc>
                  <a:txBody>
                    <a:bodyPr/>
                    <a:lstStyle/>
                    <a:p>
                      <a:pPr indent="0" lvl="0" marL="0" rtl="0" algn="ctr">
                        <a:lnSpc>
                          <a:spcPct val="115000"/>
                        </a:lnSpc>
                        <a:spcBef>
                          <a:spcPts val="0"/>
                        </a:spcBef>
                        <a:spcAft>
                          <a:spcPts val="0"/>
                        </a:spcAft>
                        <a:buNone/>
                      </a:pPr>
                      <a:r>
                        <a:rPr lang="en" sz="1050">
                          <a:solidFill>
                            <a:srgbClr val="CCCCCC"/>
                          </a:solidFill>
                        </a:rPr>
                        <a:t>Logistic Regression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0.803648</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0.274809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0.221024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0.363189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36250">
                <a:tc>
                  <a:txBody>
                    <a:bodyPr/>
                    <a:lstStyle/>
                    <a:p>
                      <a:pPr indent="0" lvl="0" marL="0" rtl="0" algn="ctr">
                        <a:lnSpc>
                          <a:spcPct val="115000"/>
                        </a:lnSpc>
                        <a:spcBef>
                          <a:spcPts val="0"/>
                        </a:spcBef>
                        <a:spcAft>
                          <a:spcPts val="0"/>
                        </a:spcAft>
                        <a:buNone/>
                      </a:pPr>
                      <a:r>
                        <a:rPr lang="en" sz="1050">
                          <a:solidFill>
                            <a:srgbClr val="CCCCCC"/>
                          </a:solidFill>
                        </a:rPr>
                        <a:t>MLP</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0.843439</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0.395109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0.414193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0.377707</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336250">
                <a:tc>
                  <a:txBody>
                    <a:bodyPr/>
                    <a:lstStyle/>
                    <a:p>
                      <a:pPr indent="0" lvl="0" marL="0" rtl="0" algn="ctr">
                        <a:lnSpc>
                          <a:spcPct val="115000"/>
                        </a:lnSpc>
                        <a:spcBef>
                          <a:spcPts val="0"/>
                        </a:spcBef>
                        <a:spcAft>
                          <a:spcPts val="0"/>
                        </a:spcAft>
                        <a:buNone/>
                      </a:pPr>
                      <a:r>
                        <a:rPr lang="en" sz="1050">
                          <a:solidFill>
                            <a:srgbClr val="CCCCCC"/>
                          </a:solidFill>
                        </a:rPr>
                        <a:t>Random Forest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0.816087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0.413681</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0.459046</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0.376476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0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IEEE-CIS Dataset - GNNs</a:t>
            </a:r>
            <a:endParaRPr/>
          </a:p>
        </p:txBody>
      </p:sp>
      <p:graphicFrame>
        <p:nvGraphicFramePr>
          <p:cNvPr id="820" name="Google Shape;820;p102"/>
          <p:cNvGraphicFramePr/>
          <p:nvPr/>
        </p:nvGraphicFramePr>
        <p:xfrm>
          <a:off x="1185800" y="1270975"/>
          <a:ext cx="3000000" cy="3000000"/>
        </p:xfrm>
        <a:graphic>
          <a:graphicData uri="http://schemas.openxmlformats.org/drawingml/2006/table">
            <a:tbl>
              <a:tblPr>
                <a:noFill/>
                <a:tableStyleId>{AD284D97-55D6-49B3-9193-9E036E3FCDCC}</a:tableStyleId>
              </a:tblPr>
              <a:tblGrid>
                <a:gridCol w="3317975"/>
                <a:gridCol w="863600"/>
                <a:gridCol w="863600"/>
                <a:gridCol w="863600"/>
                <a:gridCol w="863600"/>
              </a:tblGrid>
              <a:tr h="569350">
                <a:tc>
                  <a:txBody>
                    <a:bodyPr/>
                    <a:lstStyle/>
                    <a:p>
                      <a:pPr indent="0" lvl="0" marL="0" rtl="0" algn="ctr">
                        <a:lnSpc>
                          <a:spcPct val="115000"/>
                        </a:lnSpc>
                        <a:spcBef>
                          <a:spcPts val="0"/>
                        </a:spcBef>
                        <a:spcAft>
                          <a:spcPts val="0"/>
                        </a:spcAft>
                        <a:buNone/>
                      </a:pPr>
                      <a:r>
                        <a:rPr b="1" lang="en" sz="1050">
                          <a:solidFill>
                            <a:srgbClr val="CCCCCC"/>
                          </a:solidFill>
                        </a:rPr>
                        <a:t>Model</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AUC-ROC</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F1 </a:t>
                      </a:r>
                      <a:endParaRPr b="1" sz="1050">
                        <a:solidFill>
                          <a:srgbClr val="CCCCCC"/>
                        </a:solidFill>
                      </a:endParaRPr>
                    </a:p>
                    <a:p>
                      <a:pPr indent="0" lvl="0" marL="0" rtl="0" algn="ctr">
                        <a:lnSpc>
                          <a:spcPct val="115000"/>
                        </a:lnSpc>
                        <a:spcBef>
                          <a:spcPts val="0"/>
                        </a:spcBef>
                        <a:spcAft>
                          <a:spcPts val="0"/>
                        </a:spcAft>
                        <a:buNone/>
                      </a:pPr>
                      <a:r>
                        <a:rPr b="1" lang="en" sz="1050">
                          <a:solidFill>
                            <a:srgbClr val="CCCCCC"/>
                          </a:solidFill>
                        </a:rPr>
                        <a:t>(Fraud)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Precision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a:solidFill>
                            <a:srgbClr val="CCCCCC"/>
                          </a:solidFill>
                        </a:rPr>
                        <a:t>Recall (Fraud)</a:t>
                      </a:r>
                      <a:endParaRPr b="1"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00600">
                <a:tc>
                  <a:txBody>
                    <a:bodyPr/>
                    <a:lstStyle/>
                    <a:p>
                      <a:pPr indent="0" lvl="0" marL="0" rtl="0" algn="ctr">
                        <a:lnSpc>
                          <a:spcPct val="115000"/>
                        </a:lnSpc>
                        <a:spcBef>
                          <a:spcPts val="0"/>
                        </a:spcBef>
                        <a:spcAft>
                          <a:spcPts val="0"/>
                        </a:spcAft>
                        <a:buNone/>
                      </a:pPr>
                      <a:r>
                        <a:rPr lang="en" sz="1050">
                          <a:solidFill>
                            <a:srgbClr val="CCCCCC"/>
                          </a:solidFill>
                        </a:rPr>
                        <a:t>IEEE-CIS Mini-batch (GCN)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0.7653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0.0677</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0.0350</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0.9998</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00600">
                <a:tc>
                  <a:txBody>
                    <a:bodyPr/>
                    <a:lstStyle/>
                    <a:p>
                      <a:pPr indent="0" lvl="0" marL="0" rtl="0" algn="ctr">
                        <a:lnSpc>
                          <a:spcPct val="115000"/>
                        </a:lnSpc>
                        <a:spcBef>
                          <a:spcPts val="0"/>
                        </a:spcBef>
                        <a:spcAft>
                          <a:spcPts val="0"/>
                        </a:spcAft>
                        <a:buNone/>
                      </a:pPr>
                      <a:r>
                        <a:rPr lang="en" sz="1050">
                          <a:solidFill>
                            <a:srgbClr val="CCCCCC"/>
                          </a:solidFill>
                        </a:rPr>
                        <a:t>IEEE-CIS Full-batch (GCN)</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0.8434</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0.3451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0.2716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0.4733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00600">
                <a:tc>
                  <a:txBody>
                    <a:bodyPr/>
                    <a:lstStyle/>
                    <a:p>
                      <a:pPr indent="0" lvl="0" marL="0" rtl="0" algn="ctr">
                        <a:lnSpc>
                          <a:spcPct val="115000"/>
                        </a:lnSpc>
                        <a:spcBef>
                          <a:spcPts val="0"/>
                        </a:spcBef>
                        <a:spcAft>
                          <a:spcPts val="0"/>
                        </a:spcAft>
                        <a:buNone/>
                      </a:pPr>
                      <a:r>
                        <a:rPr lang="en" sz="1050">
                          <a:solidFill>
                            <a:srgbClr val="CCCCCC"/>
                          </a:solidFill>
                        </a:rPr>
                        <a:t>IEEE-CIS Mini-batch (GAT)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0.6306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0.0718</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0.0375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0.8662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00600">
                <a:tc>
                  <a:txBody>
                    <a:bodyPr/>
                    <a:lstStyle/>
                    <a:p>
                      <a:pPr indent="0" lvl="0" marL="0" rtl="0" algn="ctr">
                        <a:lnSpc>
                          <a:spcPct val="115000"/>
                        </a:lnSpc>
                        <a:spcBef>
                          <a:spcPts val="0"/>
                        </a:spcBef>
                        <a:spcAft>
                          <a:spcPts val="0"/>
                        </a:spcAft>
                        <a:buNone/>
                      </a:pPr>
                      <a:r>
                        <a:rPr lang="en" sz="1050">
                          <a:solidFill>
                            <a:srgbClr val="CCCCCC"/>
                          </a:solidFill>
                        </a:rPr>
                        <a:t>IEEE-CIS Full-batch (GAT)</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0.8649</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0.4356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0.4613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0.4125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00600">
                <a:tc>
                  <a:txBody>
                    <a:bodyPr/>
                    <a:lstStyle/>
                    <a:p>
                      <a:pPr indent="0" lvl="0" marL="0" rtl="0" algn="ctr">
                        <a:lnSpc>
                          <a:spcPct val="115000"/>
                        </a:lnSpc>
                        <a:spcBef>
                          <a:spcPts val="0"/>
                        </a:spcBef>
                        <a:spcAft>
                          <a:spcPts val="0"/>
                        </a:spcAft>
                        <a:buNone/>
                      </a:pPr>
                      <a:r>
                        <a:rPr lang="en" sz="1050">
                          <a:solidFill>
                            <a:srgbClr val="CCCCCC"/>
                          </a:solidFill>
                        </a:rPr>
                        <a:t>IEEE-CIS Mini-batch (graphSAGE)</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0.8992</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0.1911</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0.1075</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0.8626</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r h="400600">
                <a:tc>
                  <a:txBody>
                    <a:bodyPr/>
                    <a:lstStyle/>
                    <a:p>
                      <a:pPr indent="0" lvl="0" marL="0" rtl="0" algn="ctr">
                        <a:lnSpc>
                          <a:spcPct val="115000"/>
                        </a:lnSpc>
                        <a:spcBef>
                          <a:spcPts val="0"/>
                        </a:spcBef>
                        <a:spcAft>
                          <a:spcPts val="0"/>
                        </a:spcAft>
                        <a:buNone/>
                      </a:pPr>
                      <a:r>
                        <a:rPr lang="en" sz="1050">
                          <a:solidFill>
                            <a:srgbClr val="CCCCCC"/>
                          </a:solidFill>
                        </a:rPr>
                        <a:t>IEEE-CIS Full-batch (graphSAGE)</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0.9146</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0.5571</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b="1" lang="en" sz="1050" u="sng">
                          <a:solidFill>
                            <a:srgbClr val="CCCCCC"/>
                          </a:solidFill>
                        </a:rPr>
                        <a:t>0.7104</a:t>
                      </a:r>
                      <a:endParaRPr b="1" sz="1050" u="sng">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c>
                  <a:txBody>
                    <a:bodyPr/>
                    <a:lstStyle/>
                    <a:p>
                      <a:pPr indent="0" lvl="0" marL="0" rtl="0" algn="ctr">
                        <a:lnSpc>
                          <a:spcPct val="115000"/>
                        </a:lnSpc>
                        <a:spcBef>
                          <a:spcPts val="0"/>
                        </a:spcBef>
                        <a:spcAft>
                          <a:spcPts val="0"/>
                        </a:spcAft>
                        <a:buNone/>
                      </a:pPr>
                      <a:r>
                        <a:rPr lang="en" sz="1050">
                          <a:solidFill>
                            <a:srgbClr val="CCCCCC"/>
                          </a:solidFill>
                        </a:rPr>
                        <a:t>0.4583</a:t>
                      </a:r>
                      <a:endParaRPr sz="1050">
                        <a:solidFill>
                          <a:srgbClr val="CCCCCC"/>
                        </a:solidFill>
                      </a:endParaRPr>
                    </a:p>
                  </a:txBody>
                  <a:tcPr marT="38100" marB="38100" marR="76200" marL="762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0A2A5E">
                        <a:alpha val="60000"/>
                      </a:srgb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0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IEEE-CIS Dataset - ROC Curves</a:t>
            </a:r>
            <a:endParaRPr/>
          </a:p>
        </p:txBody>
      </p:sp>
      <p:pic>
        <p:nvPicPr>
          <p:cNvPr id="826" name="Google Shape;826;p103"/>
          <p:cNvPicPr preferRelativeResize="0"/>
          <p:nvPr/>
        </p:nvPicPr>
        <p:blipFill>
          <a:blip r:embed="rId3">
            <a:alphaModFix/>
          </a:blip>
          <a:stretch>
            <a:fillRect/>
          </a:stretch>
        </p:blipFill>
        <p:spPr>
          <a:xfrm>
            <a:off x="2242075" y="1017725"/>
            <a:ext cx="4659857" cy="38209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Results</a:t>
            </a:r>
            <a:endParaRPr/>
          </a:p>
        </p:txBody>
      </p:sp>
      <p:pic>
        <p:nvPicPr>
          <p:cNvPr id="832" name="Google Shape;832;p104"/>
          <p:cNvPicPr preferRelativeResize="0"/>
          <p:nvPr/>
        </p:nvPicPr>
        <p:blipFill rotWithShape="1">
          <a:blip r:embed="rId3">
            <a:alphaModFix/>
          </a:blip>
          <a:srcRect b="0" l="0" r="0" t="0"/>
          <a:stretch/>
        </p:blipFill>
        <p:spPr>
          <a:xfrm>
            <a:off x="8322945" y="1489710"/>
            <a:ext cx="1901100" cy="1901100"/>
          </a:xfrm>
          <a:prstGeom prst="rect">
            <a:avLst/>
          </a:prstGeom>
          <a:noFill/>
          <a:ln>
            <a:noFill/>
          </a:ln>
        </p:spPr>
      </p:pic>
      <p:grpSp>
        <p:nvGrpSpPr>
          <p:cNvPr id="833" name="Google Shape;833;p104"/>
          <p:cNvGrpSpPr/>
          <p:nvPr/>
        </p:nvGrpSpPr>
        <p:grpSpPr>
          <a:xfrm>
            <a:off x="809625" y="1333572"/>
            <a:ext cx="7524750" cy="1164611"/>
            <a:chOff x="809625" y="1333500"/>
            <a:chExt cx="7524750" cy="956402"/>
          </a:xfrm>
        </p:grpSpPr>
        <p:sp>
          <p:nvSpPr>
            <p:cNvPr id="834" name="Google Shape;834;p104"/>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104"/>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Overall Performance</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GNNs outperform classical models across most metrics in Elliptic and IEEE-CIS datasets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Strongest gains in F1-Score</a:t>
              </a:r>
              <a:endParaRPr sz="1100">
                <a:solidFill>
                  <a:srgbClr val="CAFFFF"/>
                </a:solidFill>
                <a:latin typeface="Assistant"/>
                <a:ea typeface="Assistant"/>
                <a:cs typeface="Assistant"/>
                <a:sym typeface="Assistant"/>
              </a:endParaRPr>
            </a:p>
          </p:txBody>
        </p:sp>
        <p:sp>
          <p:nvSpPr>
            <p:cNvPr id="836" name="Google Shape;836;p104"/>
            <p:cNvSpPr/>
            <p:nvPr/>
          </p:nvSpPr>
          <p:spPr>
            <a:xfrm>
              <a:off x="490537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7" name="Google Shape;837;p104"/>
            <p:cNvSpPr txBox="1"/>
            <p:nvPr/>
          </p:nvSpPr>
          <p:spPr>
            <a:xfrm>
              <a:off x="4905375" y="1333502"/>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Best Performing Model</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 GraphSAGE (Full-batch) overall best and most stable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Highest performance on Elliptic and strong generalization across datasets</a:t>
              </a:r>
              <a:endParaRPr sz="1100">
                <a:solidFill>
                  <a:srgbClr val="CAFFFF"/>
                </a:solidFill>
                <a:latin typeface="Assistant"/>
                <a:ea typeface="Assistant"/>
                <a:cs typeface="Assistant"/>
                <a:sym typeface="Assistant"/>
              </a:endParaRPr>
            </a:p>
          </p:txBody>
        </p:sp>
      </p:grpSp>
      <p:grpSp>
        <p:nvGrpSpPr>
          <p:cNvPr id="838" name="Google Shape;838;p104"/>
          <p:cNvGrpSpPr/>
          <p:nvPr/>
        </p:nvGrpSpPr>
        <p:grpSpPr>
          <a:xfrm>
            <a:off x="809625" y="2814022"/>
            <a:ext cx="3429000" cy="1250397"/>
            <a:chOff x="809625" y="1333500"/>
            <a:chExt cx="3429000" cy="956400"/>
          </a:xfrm>
        </p:grpSpPr>
        <p:sp>
          <p:nvSpPr>
            <p:cNvPr id="839" name="Google Shape;839;p104"/>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0" name="Google Shape;840;p104"/>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Dataset-Level Trends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PaySim: Mixed results, baselines remain competitive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Elliptic: Largest improvements from graph structure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IEE-CIS: Moderate gains, sensitive to graph construction</a:t>
              </a:r>
              <a:endParaRPr sz="1100">
                <a:solidFill>
                  <a:srgbClr val="CAFFFF"/>
                </a:solidFill>
                <a:latin typeface="Assistant"/>
                <a:ea typeface="Assistant"/>
                <a:cs typeface="Assistant"/>
                <a:sym typeface="Assistant"/>
              </a:endParaRPr>
            </a:p>
          </p:txBody>
        </p:sp>
      </p:grpSp>
      <p:grpSp>
        <p:nvGrpSpPr>
          <p:cNvPr id="841" name="Google Shape;841;p104"/>
          <p:cNvGrpSpPr/>
          <p:nvPr/>
        </p:nvGrpSpPr>
        <p:grpSpPr>
          <a:xfrm>
            <a:off x="4905375" y="2814022"/>
            <a:ext cx="3429000" cy="1250397"/>
            <a:chOff x="809625" y="1333500"/>
            <a:chExt cx="3429000" cy="956400"/>
          </a:xfrm>
        </p:grpSpPr>
        <p:sp>
          <p:nvSpPr>
            <p:cNvPr id="842" name="Google Shape;842;p104"/>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3" name="Google Shape;843;p104"/>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Mini-batch vs Full-batch</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-Mini-batch improves scalability but reduces stability </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Often increases recall at the cost of precision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 Limited neighborhood information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Full-batch  training produces more consistent results</a:t>
              </a:r>
              <a:endParaRPr sz="1100">
                <a:solidFill>
                  <a:srgbClr val="CAFFFF"/>
                </a:solidFill>
                <a:latin typeface="Assistant"/>
                <a:ea typeface="Assistant"/>
                <a:cs typeface="Assistant"/>
                <a:sym typeface="Assistant"/>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05"/>
          <p:cNvSpPr txBox="1"/>
          <p:nvPr>
            <p:ph type="title"/>
          </p:nvPr>
        </p:nvSpPr>
        <p:spPr>
          <a:xfrm>
            <a:off x="924250" y="2208525"/>
            <a:ext cx="35397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Discussion</a:t>
            </a:r>
            <a:endParaRPr/>
          </a:p>
        </p:txBody>
      </p:sp>
      <p:sp>
        <p:nvSpPr>
          <p:cNvPr id="849" name="Google Shape;849;p105"/>
          <p:cNvSpPr txBox="1"/>
          <p:nvPr>
            <p:ph idx="2" type="title"/>
          </p:nvPr>
        </p:nvSpPr>
        <p:spPr>
          <a:xfrm>
            <a:off x="924250" y="1012925"/>
            <a:ext cx="1277100" cy="9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07</a:t>
            </a:r>
            <a:endParaRPr/>
          </a:p>
        </p:txBody>
      </p:sp>
      <p:pic>
        <p:nvPicPr>
          <p:cNvPr id="850" name="Google Shape;850;p105"/>
          <p:cNvPicPr preferRelativeResize="0"/>
          <p:nvPr/>
        </p:nvPicPr>
        <p:blipFill>
          <a:blip r:embed="rId3">
            <a:alphaModFix/>
          </a:blip>
          <a:stretch>
            <a:fillRect/>
          </a:stretch>
        </p:blipFill>
        <p:spPr>
          <a:xfrm flipH="1">
            <a:off x="7406925" y="-90125"/>
            <a:ext cx="1900950" cy="1900950"/>
          </a:xfrm>
          <a:prstGeom prst="rect">
            <a:avLst/>
          </a:prstGeom>
          <a:noFill/>
          <a:ln>
            <a:noFill/>
          </a:ln>
        </p:spPr>
      </p:pic>
      <p:pic>
        <p:nvPicPr>
          <p:cNvPr id="851" name="Google Shape;851;p105"/>
          <p:cNvPicPr preferRelativeResize="0"/>
          <p:nvPr/>
        </p:nvPicPr>
        <p:blipFill>
          <a:blip r:embed="rId4">
            <a:alphaModFix/>
          </a:blip>
          <a:stretch>
            <a:fillRect/>
          </a:stretch>
        </p:blipFill>
        <p:spPr>
          <a:xfrm>
            <a:off x="6234100" y="3032699"/>
            <a:ext cx="2457150" cy="1638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Impact of Dataset Structure</a:t>
            </a:r>
            <a:endParaRPr/>
          </a:p>
        </p:txBody>
      </p:sp>
      <p:grpSp>
        <p:nvGrpSpPr>
          <p:cNvPr id="857" name="Google Shape;857;p106"/>
          <p:cNvGrpSpPr/>
          <p:nvPr/>
        </p:nvGrpSpPr>
        <p:grpSpPr>
          <a:xfrm>
            <a:off x="809550" y="1224523"/>
            <a:ext cx="7524900" cy="619607"/>
            <a:chOff x="809625" y="2952742"/>
            <a:chExt cx="7524900" cy="952508"/>
          </a:xfrm>
        </p:grpSpPr>
        <p:sp>
          <p:nvSpPr>
            <p:cNvPr id="858" name="Google Shape;858;p106"/>
            <p:cNvSpPr/>
            <p:nvPr/>
          </p:nvSpPr>
          <p:spPr>
            <a:xfrm>
              <a:off x="809625" y="2952750"/>
              <a:ext cx="7524900" cy="952500"/>
            </a:xfrm>
            <a:prstGeom prst="roundRect">
              <a:avLst>
                <a:gd fmla="val 15000"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9" name="Google Shape;859;p106"/>
            <p:cNvSpPr txBox="1"/>
            <p:nvPr/>
          </p:nvSpPr>
          <p:spPr>
            <a:xfrm>
              <a:off x="809625" y="2952742"/>
              <a:ext cx="7524900" cy="880500"/>
            </a:xfrm>
            <a:prstGeom prst="rect">
              <a:avLst/>
            </a:prstGeom>
            <a:noFill/>
            <a:ln>
              <a:noFill/>
            </a:ln>
          </p:spPr>
          <p:txBody>
            <a:bodyPr anchorCtr="0" anchor="ctr" bIns="190500" lIns="190500" spcFirstLastPara="1" rIns="190500" wrap="square" tIns="190500">
              <a:noAutofit/>
            </a:bodyPr>
            <a:lstStyle/>
            <a:p>
              <a:pPr indent="0" lvl="0" marL="0" rtl="0" algn="ctr">
                <a:spcBef>
                  <a:spcPts val="0"/>
                </a:spcBef>
                <a:spcAft>
                  <a:spcPts val="0"/>
                </a:spcAft>
                <a:buNone/>
              </a:pPr>
              <a:r>
                <a:rPr b="1" lang="en" sz="1800">
                  <a:solidFill>
                    <a:srgbClr val="CAFFFF"/>
                  </a:solidFill>
                  <a:latin typeface="Assistant"/>
                  <a:ea typeface="Assistant"/>
                  <a:cs typeface="Assistant"/>
                  <a:sym typeface="Assistant"/>
                </a:rPr>
                <a:t>Key Insight: Dataset Structure Determines GNN Effectiveness</a:t>
              </a:r>
              <a:endParaRPr b="1" sz="1100">
                <a:solidFill>
                  <a:srgbClr val="CAFFFF"/>
                </a:solidFill>
                <a:latin typeface="Assistant"/>
                <a:ea typeface="Assistant"/>
                <a:cs typeface="Assistant"/>
                <a:sym typeface="Assistant"/>
              </a:endParaRPr>
            </a:p>
          </p:txBody>
        </p:sp>
      </p:grpSp>
      <p:grpSp>
        <p:nvGrpSpPr>
          <p:cNvPr id="860" name="Google Shape;860;p106"/>
          <p:cNvGrpSpPr/>
          <p:nvPr/>
        </p:nvGrpSpPr>
        <p:grpSpPr>
          <a:xfrm>
            <a:off x="515000" y="2050944"/>
            <a:ext cx="2472025" cy="2526139"/>
            <a:chOff x="809625" y="1333500"/>
            <a:chExt cx="2727300" cy="956400"/>
          </a:xfrm>
        </p:grpSpPr>
        <p:sp>
          <p:nvSpPr>
            <p:cNvPr id="861" name="Google Shape;861;p106"/>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2" name="Google Shape;862;p106"/>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lnSpc>
                  <a:spcPct val="120000"/>
                </a:lnSpc>
                <a:spcBef>
                  <a:spcPts val="0"/>
                </a:spcBef>
                <a:spcAft>
                  <a:spcPts val="0"/>
                </a:spcAft>
                <a:buNone/>
              </a:pPr>
              <a:r>
                <a:rPr b="1" lang="en" sz="1500">
                  <a:solidFill>
                    <a:srgbClr val="CAFFFF"/>
                  </a:solidFill>
                  <a:latin typeface="Assistant"/>
                  <a:ea typeface="Assistant"/>
                  <a:cs typeface="Assistant"/>
                  <a:sym typeface="Assistant"/>
                </a:rPr>
                <a:t>PaySim </a:t>
              </a:r>
              <a:endParaRPr b="1" sz="15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Simulated transactions</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Temporal and sender-receiver links</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Limited relational signal</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Baselines remain competitive</a:t>
              </a:r>
              <a:endParaRPr sz="11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t/>
              </a:r>
              <a:endParaRPr b="1" sz="1500">
                <a:solidFill>
                  <a:srgbClr val="CAFFFF"/>
                </a:solidFill>
                <a:latin typeface="Assistant"/>
                <a:ea typeface="Assistant"/>
                <a:cs typeface="Assistant"/>
                <a:sym typeface="Assistant"/>
              </a:endParaRPr>
            </a:p>
          </p:txBody>
        </p:sp>
      </p:grpSp>
      <p:grpSp>
        <p:nvGrpSpPr>
          <p:cNvPr id="863" name="Google Shape;863;p106"/>
          <p:cNvGrpSpPr/>
          <p:nvPr/>
        </p:nvGrpSpPr>
        <p:grpSpPr>
          <a:xfrm>
            <a:off x="3336000" y="2050919"/>
            <a:ext cx="2472025" cy="2526139"/>
            <a:chOff x="809625" y="1333500"/>
            <a:chExt cx="2727300" cy="956400"/>
          </a:xfrm>
        </p:grpSpPr>
        <p:sp>
          <p:nvSpPr>
            <p:cNvPr id="864" name="Google Shape;864;p106"/>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5" name="Google Shape;865;p106"/>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lnSpc>
                  <a:spcPct val="120000"/>
                </a:lnSpc>
                <a:spcBef>
                  <a:spcPts val="0"/>
                </a:spcBef>
                <a:spcAft>
                  <a:spcPts val="0"/>
                </a:spcAft>
                <a:buNone/>
              </a:pPr>
              <a:r>
                <a:rPr b="1" lang="en" sz="1500">
                  <a:solidFill>
                    <a:srgbClr val="CAFFFF"/>
                  </a:solidFill>
                  <a:latin typeface="Assistant"/>
                  <a:ea typeface="Assistant"/>
                  <a:cs typeface="Assistant"/>
                  <a:sym typeface="Assistant"/>
                </a:rPr>
                <a:t>Elliptic</a:t>
              </a:r>
              <a:endParaRPr b="1" sz="15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Native transaction graph (Bitcoin flow)</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Clear relational dependencies</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Largest gains from GNNs</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GraphSAGE best overall performance</a:t>
              </a:r>
              <a:endParaRPr sz="11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t/>
              </a:r>
              <a:endParaRPr b="1" sz="1500">
                <a:solidFill>
                  <a:srgbClr val="CAFFFF"/>
                </a:solidFill>
                <a:latin typeface="Assistant"/>
                <a:ea typeface="Assistant"/>
                <a:cs typeface="Assistant"/>
                <a:sym typeface="Assistant"/>
              </a:endParaRPr>
            </a:p>
          </p:txBody>
        </p:sp>
      </p:grpSp>
      <p:grpSp>
        <p:nvGrpSpPr>
          <p:cNvPr id="866" name="Google Shape;866;p106"/>
          <p:cNvGrpSpPr/>
          <p:nvPr/>
        </p:nvGrpSpPr>
        <p:grpSpPr>
          <a:xfrm>
            <a:off x="6157000" y="2050919"/>
            <a:ext cx="2472025" cy="2526139"/>
            <a:chOff x="809625" y="1333500"/>
            <a:chExt cx="2727300" cy="956400"/>
          </a:xfrm>
        </p:grpSpPr>
        <p:sp>
          <p:nvSpPr>
            <p:cNvPr id="867" name="Google Shape;867;p106"/>
            <p:cNvSpPr/>
            <p:nvPr/>
          </p:nvSpPr>
          <p:spPr>
            <a:xfrm>
              <a:off x="809625" y="1333500"/>
              <a:ext cx="26685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8" name="Google Shape;868;p106"/>
            <p:cNvSpPr txBox="1"/>
            <p:nvPr/>
          </p:nvSpPr>
          <p:spPr>
            <a:xfrm>
              <a:off x="809625" y="1333500"/>
              <a:ext cx="2727300" cy="956400"/>
            </a:xfrm>
            <a:prstGeom prst="rect">
              <a:avLst/>
            </a:prstGeom>
            <a:noFill/>
            <a:ln>
              <a:noFill/>
            </a:ln>
          </p:spPr>
          <p:txBody>
            <a:bodyPr anchorCtr="0" anchor="t" bIns="190500" lIns="190500" spcFirstLastPara="1" rIns="190500" wrap="square" tIns="190500">
              <a:noAutofit/>
            </a:bodyPr>
            <a:lstStyle/>
            <a:p>
              <a:pPr indent="0" lvl="0" marL="0" rtl="0" algn="ctr">
                <a:lnSpc>
                  <a:spcPct val="120000"/>
                </a:lnSpc>
                <a:spcBef>
                  <a:spcPts val="0"/>
                </a:spcBef>
                <a:spcAft>
                  <a:spcPts val="0"/>
                </a:spcAft>
                <a:buNone/>
              </a:pPr>
              <a:r>
                <a:rPr b="1" lang="en" sz="1500">
                  <a:solidFill>
                    <a:srgbClr val="CAFFFF"/>
                  </a:solidFill>
                  <a:latin typeface="Assistant"/>
                  <a:ea typeface="Assistant"/>
                  <a:cs typeface="Assistant"/>
                  <a:sym typeface="Assistant"/>
                </a:rPr>
                <a:t>IEEE-CIS</a:t>
              </a:r>
              <a:endParaRPr b="1" sz="15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Heuristic graph construction</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Shared identifiers (card, device, email)</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Noisy relationships</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t/>
              </a:r>
              <a:endParaRPr sz="1100">
                <a:solidFill>
                  <a:srgbClr val="CAFFFF"/>
                </a:solidFill>
                <a:latin typeface="Assistant"/>
                <a:ea typeface="Assistant"/>
                <a:cs typeface="Assistant"/>
                <a:sym typeface="Assistant"/>
              </a:endParaRPr>
            </a:p>
            <a:p>
              <a:pPr indent="0" lvl="0" marL="0" rtl="0" algn="l">
                <a:lnSpc>
                  <a:spcPct val="120000"/>
                </a:lnSpc>
                <a:spcBef>
                  <a:spcPts val="0"/>
                </a:spcBef>
                <a:spcAft>
                  <a:spcPts val="0"/>
                </a:spcAft>
                <a:buNone/>
              </a:pPr>
              <a:r>
                <a:rPr lang="en" sz="1100">
                  <a:solidFill>
                    <a:srgbClr val="CAFFFF"/>
                  </a:solidFill>
                  <a:latin typeface="Assistant"/>
                  <a:ea typeface="Assistant"/>
                  <a:cs typeface="Assistant"/>
                  <a:sym typeface="Assistant"/>
                </a:rPr>
                <a:t>- Moderate GNN improvements</a:t>
              </a:r>
              <a:endParaRPr sz="1100">
                <a:solidFill>
                  <a:srgbClr val="CAFFFF"/>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t/>
              </a:r>
              <a:endParaRPr b="1" sz="1500">
                <a:solidFill>
                  <a:srgbClr val="CAFFFF"/>
                </a:solidFill>
                <a:latin typeface="Assistant"/>
                <a:ea typeface="Assistant"/>
                <a:cs typeface="Assistant"/>
                <a:sym typeface="Assistant"/>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a:t>
            </a:r>
            <a:endParaRPr/>
          </a:p>
        </p:txBody>
      </p:sp>
      <p:grpSp>
        <p:nvGrpSpPr>
          <p:cNvPr id="874" name="Google Shape;874;p107"/>
          <p:cNvGrpSpPr/>
          <p:nvPr/>
        </p:nvGrpSpPr>
        <p:grpSpPr>
          <a:xfrm>
            <a:off x="328450" y="1064532"/>
            <a:ext cx="8457625" cy="1109615"/>
            <a:chOff x="328450" y="1333500"/>
            <a:chExt cx="8457625" cy="956400"/>
          </a:xfrm>
        </p:grpSpPr>
        <p:sp>
          <p:nvSpPr>
            <p:cNvPr id="875" name="Google Shape;875;p107"/>
            <p:cNvSpPr/>
            <p:nvPr/>
          </p:nvSpPr>
          <p:spPr>
            <a:xfrm>
              <a:off x="328450"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6" name="Google Shape;876;p107"/>
            <p:cNvSpPr txBox="1"/>
            <p:nvPr/>
          </p:nvSpPr>
          <p:spPr>
            <a:xfrm>
              <a:off x="328450"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Graph Construction Assumptions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IEEE-CIS and PaySim require heuristic edge creation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May introduce noisy or artificial relationships</a:t>
              </a:r>
              <a:endParaRPr sz="1100">
                <a:solidFill>
                  <a:srgbClr val="CAFFFF"/>
                </a:solidFill>
                <a:latin typeface="Assistant"/>
                <a:ea typeface="Assistant"/>
                <a:cs typeface="Assistant"/>
                <a:sym typeface="Assistant"/>
              </a:endParaRPr>
            </a:p>
          </p:txBody>
        </p:sp>
        <p:sp>
          <p:nvSpPr>
            <p:cNvPr id="877" name="Google Shape;877;p107"/>
            <p:cNvSpPr/>
            <p:nvPr/>
          </p:nvSpPr>
          <p:spPr>
            <a:xfrm>
              <a:off x="535707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8" name="Google Shape;878;p107"/>
            <p:cNvSpPr txBox="1"/>
            <p:nvPr/>
          </p:nvSpPr>
          <p:spPr>
            <a:xfrm>
              <a:off x="535707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Dataset </a:t>
              </a:r>
              <a:r>
                <a:rPr b="1" lang="en" sz="1500">
                  <a:solidFill>
                    <a:srgbClr val="CAFFFF"/>
                  </a:solidFill>
                  <a:latin typeface="Assistant"/>
                  <a:ea typeface="Assistant"/>
                  <a:cs typeface="Assistant"/>
                  <a:sym typeface="Assistant"/>
                </a:rPr>
                <a:t>Heterogeneity</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 Elliptic: real data</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IEEE-CIS: real data, required graph conversion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PaySim: synthetic, required graph conversion</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Limits direct compatibility</a:t>
              </a:r>
              <a:endParaRPr sz="1100">
                <a:solidFill>
                  <a:srgbClr val="CAFFFF"/>
                </a:solidFill>
                <a:latin typeface="Assistant"/>
                <a:ea typeface="Assistant"/>
                <a:cs typeface="Assistant"/>
                <a:sym typeface="Assistant"/>
              </a:endParaRPr>
            </a:p>
          </p:txBody>
        </p:sp>
      </p:grpSp>
      <p:sp>
        <p:nvSpPr>
          <p:cNvPr id="879" name="Google Shape;879;p107"/>
          <p:cNvSpPr/>
          <p:nvPr/>
        </p:nvSpPr>
        <p:spPr>
          <a:xfrm>
            <a:off x="328450" y="3538375"/>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0" name="Google Shape;880;p107"/>
          <p:cNvSpPr/>
          <p:nvPr/>
        </p:nvSpPr>
        <p:spPr>
          <a:xfrm>
            <a:off x="5357075" y="3538375"/>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1" name="Google Shape;881;p107"/>
          <p:cNvSpPr txBox="1"/>
          <p:nvPr/>
        </p:nvSpPr>
        <p:spPr>
          <a:xfrm>
            <a:off x="5357075" y="3538375"/>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Model Sensitivity</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 GAT / GCN more unstable under sampling</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GraphSAGE more robust</a:t>
            </a:r>
            <a:endParaRPr sz="1100">
              <a:solidFill>
                <a:srgbClr val="CAFFFF"/>
              </a:solidFill>
              <a:latin typeface="Assistant"/>
              <a:ea typeface="Assistant"/>
              <a:cs typeface="Assistant"/>
              <a:sym typeface="Assistant"/>
            </a:endParaRPr>
          </a:p>
        </p:txBody>
      </p:sp>
      <p:grpSp>
        <p:nvGrpSpPr>
          <p:cNvPr id="882" name="Google Shape;882;p107"/>
          <p:cNvGrpSpPr/>
          <p:nvPr/>
        </p:nvGrpSpPr>
        <p:grpSpPr>
          <a:xfrm>
            <a:off x="2857500" y="2377021"/>
            <a:ext cx="3429000" cy="956413"/>
            <a:chOff x="328450" y="1333500"/>
            <a:chExt cx="3429000" cy="956413"/>
          </a:xfrm>
        </p:grpSpPr>
        <p:sp>
          <p:nvSpPr>
            <p:cNvPr id="883" name="Google Shape;883;p107"/>
            <p:cNvSpPr/>
            <p:nvPr/>
          </p:nvSpPr>
          <p:spPr>
            <a:xfrm>
              <a:off x="328450"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4" name="Google Shape;884;p107"/>
            <p:cNvSpPr txBox="1"/>
            <p:nvPr/>
          </p:nvSpPr>
          <p:spPr>
            <a:xfrm>
              <a:off x="328450" y="1333513"/>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Computational Constraints</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Limited hyperparameter search space due to training cost, time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Constrained GNN depth and tuning</a:t>
              </a:r>
              <a:endParaRPr sz="1100">
                <a:solidFill>
                  <a:srgbClr val="CAFFFF"/>
                </a:solidFill>
                <a:latin typeface="Assistant"/>
                <a:ea typeface="Assistant"/>
                <a:cs typeface="Assistant"/>
                <a:sym typeface="Assistant"/>
              </a:endParaRPr>
            </a:p>
          </p:txBody>
        </p:sp>
      </p:grpSp>
      <p:sp>
        <p:nvSpPr>
          <p:cNvPr id="885" name="Google Shape;885;p107"/>
          <p:cNvSpPr txBox="1"/>
          <p:nvPr/>
        </p:nvSpPr>
        <p:spPr>
          <a:xfrm>
            <a:off x="328450" y="3538375"/>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Class Imbalance</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Extreme skew in all datasets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Precision-recall trade-offs in mini-batch training</a:t>
            </a:r>
            <a:endParaRPr sz="1100">
              <a:solidFill>
                <a:srgbClr val="CAFFFF"/>
              </a:solidFill>
              <a:latin typeface="Assistant"/>
              <a:ea typeface="Assistant"/>
              <a:cs typeface="Assistant"/>
              <a:sym typeface="Assistan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Work</a:t>
            </a:r>
            <a:endParaRPr/>
          </a:p>
        </p:txBody>
      </p:sp>
      <p:grpSp>
        <p:nvGrpSpPr>
          <p:cNvPr id="891" name="Google Shape;891;p108"/>
          <p:cNvGrpSpPr/>
          <p:nvPr/>
        </p:nvGrpSpPr>
        <p:grpSpPr>
          <a:xfrm>
            <a:off x="809625" y="1333500"/>
            <a:ext cx="7524750" cy="956400"/>
            <a:chOff x="809625" y="1333500"/>
            <a:chExt cx="7524750" cy="956400"/>
          </a:xfrm>
        </p:grpSpPr>
        <p:sp>
          <p:nvSpPr>
            <p:cNvPr id="892" name="Google Shape;892;p108"/>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3" name="Google Shape;893;p108"/>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Graph Construction</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Learn edges automatically instead of heuristic rules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Improve noisy graph generation (IEEE-CIS, PaySim)</a:t>
              </a:r>
              <a:endParaRPr sz="1100">
                <a:solidFill>
                  <a:srgbClr val="CAFFFF"/>
                </a:solidFill>
                <a:latin typeface="Assistant"/>
                <a:ea typeface="Assistant"/>
                <a:cs typeface="Assistant"/>
                <a:sym typeface="Assistant"/>
              </a:endParaRPr>
            </a:p>
          </p:txBody>
        </p:sp>
        <p:sp>
          <p:nvSpPr>
            <p:cNvPr id="894" name="Google Shape;894;p108"/>
            <p:cNvSpPr/>
            <p:nvPr/>
          </p:nvSpPr>
          <p:spPr>
            <a:xfrm>
              <a:off x="490537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5" name="Google Shape;895;p108"/>
            <p:cNvSpPr txBox="1"/>
            <p:nvPr/>
          </p:nvSpPr>
          <p:spPr>
            <a:xfrm>
              <a:off x="4905375" y="1333500"/>
              <a:ext cx="3429000" cy="956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Temporal Modeling</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Capture evolving fraud patterns over time</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Use dynamic /temporal GNNs</a:t>
              </a:r>
              <a:endParaRPr sz="1100">
                <a:solidFill>
                  <a:srgbClr val="CAFFFF"/>
                </a:solidFill>
                <a:latin typeface="Assistant"/>
                <a:ea typeface="Assistant"/>
                <a:cs typeface="Assistant"/>
                <a:sym typeface="Assistant"/>
              </a:endParaRPr>
            </a:p>
          </p:txBody>
        </p:sp>
      </p:grpSp>
      <p:grpSp>
        <p:nvGrpSpPr>
          <p:cNvPr id="896" name="Google Shape;896;p108"/>
          <p:cNvGrpSpPr/>
          <p:nvPr/>
        </p:nvGrpSpPr>
        <p:grpSpPr>
          <a:xfrm>
            <a:off x="809625" y="2772435"/>
            <a:ext cx="7524750" cy="956400"/>
            <a:chOff x="809625" y="1333500"/>
            <a:chExt cx="7524750" cy="956400"/>
          </a:xfrm>
        </p:grpSpPr>
        <p:sp>
          <p:nvSpPr>
            <p:cNvPr id="897" name="Google Shape;897;p108"/>
            <p:cNvSpPr/>
            <p:nvPr/>
          </p:nvSpPr>
          <p:spPr>
            <a:xfrm>
              <a:off x="80962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8" name="Google Shape;898;p108"/>
            <p:cNvSpPr txBox="1"/>
            <p:nvPr/>
          </p:nvSpPr>
          <p:spPr>
            <a:xfrm>
              <a:off x="80962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Scalability</a:t>
              </a:r>
              <a:endParaRPr b="1" sz="15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Improve efficiency for large financial graphs</a:t>
              </a:r>
              <a:endParaRPr sz="1100">
                <a:solidFill>
                  <a:srgbClr val="CAFFFF"/>
                </a:solidFill>
                <a:latin typeface="Assistant"/>
                <a:ea typeface="Assistant"/>
                <a:cs typeface="Assistant"/>
                <a:sym typeface="Assistant"/>
              </a:endParaRPr>
            </a:p>
            <a:p>
              <a:pPr indent="0" lvl="0" marL="0" rtl="0" algn="l">
                <a:spcBef>
                  <a:spcPts val="0"/>
                </a:spcBef>
                <a:spcAft>
                  <a:spcPts val="0"/>
                </a:spcAft>
                <a:buNone/>
              </a:pPr>
              <a:r>
                <a:rPr lang="en" sz="1100">
                  <a:solidFill>
                    <a:srgbClr val="CAFFFF"/>
                  </a:solidFill>
                  <a:latin typeface="Assistant"/>
                  <a:ea typeface="Assistant"/>
                  <a:cs typeface="Assistant"/>
                  <a:sym typeface="Assistant"/>
                </a:rPr>
                <a:t>- Reduce full-batch training cost</a:t>
              </a:r>
              <a:endParaRPr sz="1100">
                <a:solidFill>
                  <a:srgbClr val="CAFFFF"/>
                </a:solidFill>
                <a:latin typeface="Assistant"/>
                <a:ea typeface="Assistant"/>
                <a:cs typeface="Assistant"/>
                <a:sym typeface="Assistant"/>
              </a:endParaRPr>
            </a:p>
          </p:txBody>
        </p:sp>
        <p:sp>
          <p:nvSpPr>
            <p:cNvPr id="899" name="Google Shape;899;p108"/>
            <p:cNvSpPr/>
            <p:nvPr/>
          </p:nvSpPr>
          <p:spPr>
            <a:xfrm>
              <a:off x="4905375" y="1333500"/>
              <a:ext cx="3429000" cy="956400"/>
            </a:xfrm>
            <a:prstGeom prst="roundRect">
              <a:avLst>
                <a:gd fmla="val 10714" name="adj"/>
              </a:avLst>
            </a:prstGeom>
            <a:solidFill>
              <a:srgbClr val="0A2A5E">
                <a:alpha val="60000"/>
              </a:srgbClr>
            </a:solidFill>
            <a:ln cap="flat" cmpd="sng" w="9525">
              <a:solidFill>
                <a:srgbClr val="CA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0" name="Google Shape;900;p108"/>
            <p:cNvSpPr txBox="1"/>
            <p:nvPr/>
          </p:nvSpPr>
          <p:spPr>
            <a:xfrm>
              <a:off x="4905375" y="1333500"/>
              <a:ext cx="3429000" cy="9564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1" lang="en" sz="1500">
                  <a:solidFill>
                    <a:srgbClr val="CAFFFF"/>
                  </a:solidFill>
                  <a:latin typeface="Assistant"/>
                  <a:ea typeface="Assistant"/>
                  <a:cs typeface="Assistant"/>
                  <a:sym typeface="Assistant"/>
                </a:rPr>
                <a:t>Imbalance Handling</a:t>
              </a:r>
              <a:endParaRPr b="1" sz="1500">
                <a:solidFill>
                  <a:srgbClr val="CAFFFF"/>
                </a:solidFill>
                <a:latin typeface="Assistant"/>
                <a:ea typeface="Assistant"/>
                <a:cs typeface="Assistant"/>
                <a:sym typeface="Assistant"/>
              </a:endParaRPr>
            </a:p>
            <a:p>
              <a:pPr indent="0" lvl="0" marL="0" rtl="0" algn="l">
                <a:spcBef>
                  <a:spcPts val="375"/>
                </a:spcBef>
                <a:spcAft>
                  <a:spcPts val="0"/>
                </a:spcAft>
                <a:buNone/>
              </a:pPr>
              <a:r>
                <a:rPr lang="en" sz="1100">
                  <a:solidFill>
                    <a:srgbClr val="CAFFFF"/>
                  </a:solidFill>
                  <a:latin typeface="Assistant"/>
                  <a:ea typeface="Assistant"/>
                  <a:cs typeface="Assistant"/>
                  <a:sym typeface="Assistant"/>
                </a:rPr>
                <a:t>- Better cost-sensitive  and adaptive threshold methods</a:t>
              </a:r>
              <a:endParaRPr sz="1100">
                <a:solidFill>
                  <a:srgbClr val="CAFFFF"/>
                </a:solidFill>
                <a:latin typeface="Assistant"/>
                <a:ea typeface="Assistant"/>
                <a:cs typeface="Assistant"/>
                <a:sym typeface="Assistant"/>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09"/>
          <p:cNvSpPr txBox="1"/>
          <p:nvPr>
            <p:ph type="title"/>
          </p:nvPr>
        </p:nvSpPr>
        <p:spPr>
          <a:xfrm>
            <a:off x="1768500" y="1709850"/>
            <a:ext cx="5607000" cy="172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ta Science Strategies for Marketing by Slidesgo">
  <a:themeElements>
    <a:clrScheme name="Simple Light">
      <a:dk1>
        <a:srgbClr val="CAFFFF"/>
      </a:dk1>
      <a:lt1>
        <a:srgbClr val="03193F"/>
      </a:lt1>
      <a:dk2>
        <a:srgbClr val="6096A2"/>
      </a:dk2>
      <a:lt2>
        <a:srgbClr val="77BCC4"/>
      </a:lt2>
      <a:accent1>
        <a:srgbClr val="FFFFFF"/>
      </a:accent1>
      <a:accent2>
        <a:srgbClr val="FFFFFF"/>
      </a:accent2>
      <a:accent3>
        <a:srgbClr val="FFFFFF"/>
      </a:accent3>
      <a:accent4>
        <a:srgbClr val="FFFFFF"/>
      </a:accent4>
      <a:accent5>
        <a:srgbClr val="FFFFFF"/>
      </a:accent5>
      <a:accent6>
        <a:srgbClr val="FFFFFF"/>
      </a:accent6>
      <a:hlink>
        <a:srgbClr val="CA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Strategies for Marketing by Slidesgo">
  <a:themeElements>
    <a:clrScheme name="Simple Light">
      <a:dk1>
        <a:srgbClr val="CAFFFF"/>
      </a:dk1>
      <a:lt1>
        <a:srgbClr val="03193F"/>
      </a:lt1>
      <a:dk2>
        <a:srgbClr val="6096A2"/>
      </a:dk2>
      <a:lt2>
        <a:srgbClr val="77BCC4"/>
      </a:lt2>
      <a:accent1>
        <a:srgbClr val="FFFFFF"/>
      </a:accent1>
      <a:accent2>
        <a:srgbClr val="FFFFFF"/>
      </a:accent2>
      <a:accent3>
        <a:srgbClr val="FFFFFF"/>
      </a:accent3>
      <a:accent4>
        <a:srgbClr val="FFFFFF"/>
      </a:accent4>
      <a:accent5>
        <a:srgbClr val="FFFFFF"/>
      </a:accent5>
      <a:accent6>
        <a:srgbClr val="FFFFFF"/>
      </a:accent6>
      <a:hlink>
        <a:srgbClr val="CA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